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4"/>
  </p:notesMasterIdLst>
  <p:sldIdLst>
    <p:sldId id="256" r:id="rId5"/>
    <p:sldId id="4359" r:id="rId6"/>
    <p:sldId id="4382" r:id="rId7"/>
    <p:sldId id="4332" r:id="rId8"/>
    <p:sldId id="4380" r:id="rId9"/>
    <p:sldId id="4381" r:id="rId10"/>
    <p:sldId id="4390" r:id="rId11"/>
    <p:sldId id="4383" r:id="rId12"/>
    <p:sldId id="4379" r:id="rId13"/>
    <p:sldId id="4397" r:id="rId14"/>
    <p:sldId id="4360" r:id="rId15"/>
    <p:sldId id="4371" r:id="rId16"/>
    <p:sldId id="4368" r:id="rId17"/>
    <p:sldId id="4366" r:id="rId18"/>
    <p:sldId id="4369" r:id="rId19"/>
    <p:sldId id="4370" r:id="rId20"/>
    <p:sldId id="4374" r:id="rId21"/>
    <p:sldId id="4378" r:id="rId22"/>
    <p:sldId id="4396" r:id="rId23"/>
    <p:sldId id="4384" r:id="rId24"/>
    <p:sldId id="4398" r:id="rId25"/>
    <p:sldId id="4385" r:id="rId26"/>
    <p:sldId id="4395" r:id="rId27"/>
    <p:sldId id="4376" r:id="rId28"/>
    <p:sldId id="4392" r:id="rId29"/>
    <p:sldId id="4387" r:id="rId30"/>
    <p:sldId id="4393" r:id="rId31"/>
    <p:sldId id="4391" r:id="rId32"/>
    <p:sldId id="43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F5B"/>
    <a:srgbClr val="97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459CED-5916-429C-9F61-C9D87D87E80C}" v="25" dt="2026-08-25T19:03:00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 Trask" userId="384e9559073622a4" providerId="LiveId" clId="{B4914FED-F8C9-481A-A6D0-DDB97EE09C5D}"/>
    <pc:docChg chg="undo custSel addSld delSld modSld sldOrd">
      <pc:chgData name="Nat Trask" userId="384e9559073622a4" providerId="LiveId" clId="{B4914FED-F8C9-481A-A6D0-DDB97EE09C5D}" dt="2026-08-25T19:16:29.175" v="1627" actId="20577"/>
      <pc:docMkLst>
        <pc:docMk/>
      </pc:docMkLst>
      <pc:sldChg chg="addSp delSp modSp mod">
        <pc:chgData name="Nat Trask" userId="384e9559073622a4" providerId="LiveId" clId="{B4914FED-F8C9-481A-A6D0-DDB97EE09C5D}" dt="2026-08-25T16:50:33.586" v="186" actId="14100"/>
        <pc:sldMkLst>
          <pc:docMk/>
          <pc:sldMk cId="1234467323" sldId="256"/>
        </pc:sldMkLst>
        <pc:picChg chg="del">
          <ac:chgData name="Nat Trask" userId="384e9559073622a4" providerId="LiveId" clId="{B4914FED-F8C9-481A-A6D0-DDB97EE09C5D}" dt="2026-08-25T16:50:30.807" v="184" actId="478"/>
          <ac:picMkLst>
            <pc:docMk/>
            <pc:sldMk cId="1234467323" sldId="256"/>
            <ac:picMk id="3" creationId="{3190D4D4-F916-CBB1-4D46-F62EA0233ED1}"/>
          </ac:picMkLst>
        </pc:picChg>
        <pc:picChg chg="add mod">
          <ac:chgData name="Nat Trask" userId="384e9559073622a4" providerId="LiveId" clId="{B4914FED-F8C9-481A-A6D0-DDB97EE09C5D}" dt="2026-08-25T16:50:33.586" v="186" actId="14100"/>
          <ac:picMkLst>
            <pc:docMk/>
            <pc:sldMk cId="1234467323" sldId="256"/>
            <ac:picMk id="5" creationId="{71437FD9-69CB-EABC-FEC5-C564D0C31395}"/>
          </ac:picMkLst>
        </pc:picChg>
      </pc:sldChg>
      <pc:sldChg chg="modSp">
        <pc:chgData name="Nat Trask" userId="384e9559073622a4" providerId="LiveId" clId="{B4914FED-F8C9-481A-A6D0-DDB97EE09C5D}" dt="2026-08-25T16:51:06.704" v="187" actId="1076"/>
        <pc:sldMkLst>
          <pc:docMk/>
          <pc:sldMk cId="3655849346" sldId="4332"/>
        </pc:sldMkLst>
        <pc:picChg chg="mod">
          <ac:chgData name="Nat Trask" userId="384e9559073622a4" providerId="LiveId" clId="{B4914FED-F8C9-481A-A6D0-DDB97EE09C5D}" dt="2026-08-25T16:51:06.704" v="187" actId="1076"/>
          <ac:picMkLst>
            <pc:docMk/>
            <pc:sldMk cId="3655849346" sldId="4332"/>
            <ac:picMk id="17" creationId="{2DFDF531-F907-94FF-948A-6FE148C9E99A}"/>
          </ac:picMkLst>
        </pc:picChg>
        <pc:picChg chg="mod">
          <ac:chgData name="Nat Trask" userId="384e9559073622a4" providerId="LiveId" clId="{B4914FED-F8C9-481A-A6D0-DDB97EE09C5D}" dt="2026-08-25T16:51:06.704" v="187" actId="1076"/>
          <ac:picMkLst>
            <pc:docMk/>
            <pc:sldMk cId="3655849346" sldId="4332"/>
            <ac:picMk id="18" creationId="{C8664C85-34B9-5FFA-8816-9BC5712CB9C7}"/>
          </ac:picMkLst>
        </pc:picChg>
        <pc:picChg chg="mod">
          <ac:chgData name="Nat Trask" userId="384e9559073622a4" providerId="LiveId" clId="{B4914FED-F8C9-481A-A6D0-DDB97EE09C5D}" dt="2026-08-25T16:51:06.704" v="187" actId="1076"/>
          <ac:picMkLst>
            <pc:docMk/>
            <pc:sldMk cId="3655849346" sldId="4332"/>
            <ac:picMk id="19" creationId="{299FB524-45E0-E824-F1FB-420233B37798}"/>
          </ac:picMkLst>
        </pc:picChg>
        <pc:picChg chg="mod">
          <ac:chgData name="Nat Trask" userId="384e9559073622a4" providerId="LiveId" clId="{B4914FED-F8C9-481A-A6D0-DDB97EE09C5D}" dt="2026-08-25T16:51:06.704" v="187" actId="1076"/>
          <ac:picMkLst>
            <pc:docMk/>
            <pc:sldMk cId="3655849346" sldId="4332"/>
            <ac:picMk id="20" creationId="{03F9CF69-3058-4B81-CA81-9D9836EC9DC7}"/>
          </ac:picMkLst>
        </pc:picChg>
      </pc:sldChg>
      <pc:sldChg chg="delSp modSp mod">
        <pc:chgData name="Nat Trask" userId="384e9559073622a4" providerId="LiveId" clId="{B4914FED-F8C9-481A-A6D0-DDB97EE09C5D}" dt="2026-08-25T18:58:36.158" v="1312" actId="1076"/>
        <pc:sldMkLst>
          <pc:docMk/>
          <pc:sldMk cId="1519478022" sldId="4360"/>
        </pc:sldMkLst>
        <pc:spChg chg="mod">
          <ac:chgData name="Nat Trask" userId="384e9559073622a4" providerId="LiveId" clId="{B4914FED-F8C9-481A-A6D0-DDB97EE09C5D}" dt="2026-08-25T18:58:18.938" v="1306" actId="20577"/>
          <ac:spMkLst>
            <pc:docMk/>
            <pc:sldMk cId="1519478022" sldId="4360"/>
            <ac:spMk id="2" creationId="{123E351D-3FEE-9546-7C1E-2C668B176157}"/>
          </ac:spMkLst>
        </pc:spChg>
        <pc:spChg chg="del">
          <ac:chgData name="Nat Trask" userId="384e9559073622a4" providerId="LiveId" clId="{B4914FED-F8C9-481A-A6D0-DDB97EE09C5D}" dt="2026-08-25T18:58:14.671" v="1305" actId="478"/>
          <ac:spMkLst>
            <pc:docMk/>
            <pc:sldMk cId="1519478022" sldId="4360"/>
            <ac:spMk id="3" creationId="{443C6D29-C0E7-FC41-5209-55BA4417F8A2}"/>
          </ac:spMkLst>
        </pc:spChg>
        <pc:spChg chg="del mod">
          <ac:chgData name="Nat Trask" userId="384e9559073622a4" providerId="LiveId" clId="{B4914FED-F8C9-481A-A6D0-DDB97EE09C5D}" dt="2026-08-25T18:58:14.671" v="1305" actId="478"/>
          <ac:spMkLst>
            <pc:docMk/>
            <pc:sldMk cId="1519478022" sldId="4360"/>
            <ac:spMk id="5" creationId="{C913FE43-54F3-B912-81BA-C1BED19FFCA7}"/>
          </ac:spMkLst>
        </pc:spChg>
        <pc:spChg chg="mod">
          <ac:chgData name="Nat Trask" userId="384e9559073622a4" providerId="LiveId" clId="{B4914FED-F8C9-481A-A6D0-DDB97EE09C5D}" dt="2026-08-25T18:58:31.388" v="1310" actId="1076"/>
          <ac:spMkLst>
            <pc:docMk/>
            <pc:sldMk cId="1519478022" sldId="4360"/>
            <ac:spMk id="11" creationId="{12ABFD2F-FDCC-350F-659A-C2900A772EEB}"/>
          </ac:spMkLst>
        </pc:spChg>
        <pc:spChg chg="mod">
          <ac:chgData name="Nat Trask" userId="384e9559073622a4" providerId="LiveId" clId="{B4914FED-F8C9-481A-A6D0-DDB97EE09C5D}" dt="2026-08-25T18:58:36.158" v="1312" actId="1076"/>
          <ac:spMkLst>
            <pc:docMk/>
            <pc:sldMk cId="1519478022" sldId="4360"/>
            <ac:spMk id="12" creationId="{12F31476-C75E-93F4-53D2-1A56A712FDA9}"/>
          </ac:spMkLst>
        </pc:spChg>
        <pc:picChg chg="mod">
          <ac:chgData name="Nat Trask" userId="384e9559073622a4" providerId="LiveId" clId="{B4914FED-F8C9-481A-A6D0-DDB97EE09C5D}" dt="2026-08-25T18:58:25.116" v="1308" actId="1076"/>
          <ac:picMkLst>
            <pc:docMk/>
            <pc:sldMk cId="1519478022" sldId="4360"/>
            <ac:picMk id="6" creationId="{5FA2D776-FC6D-1CF8-2653-1D6C8CDBDF1D}"/>
          </ac:picMkLst>
        </pc:picChg>
        <pc:picChg chg="mod">
          <ac:chgData name="Nat Trask" userId="384e9559073622a4" providerId="LiveId" clId="{B4914FED-F8C9-481A-A6D0-DDB97EE09C5D}" dt="2026-08-25T18:58:22.462" v="1307" actId="1076"/>
          <ac:picMkLst>
            <pc:docMk/>
            <pc:sldMk cId="1519478022" sldId="4360"/>
            <ac:picMk id="8" creationId="{1695CE00-15EC-B070-374F-46794AAE23AF}"/>
          </ac:picMkLst>
        </pc:picChg>
        <pc:picChg chg="mod">
          <ac:chgData name="Nat Trask" userId="384e9559073622a4" providerId="LiveId" clId="{B4914FED-F8C9-481A-A6D0-DDB97EE09C5D}" dt="2026-08-25T18:58:26.772" v="1309" actId="1076"/>
          <ac:picMkLst>
            <pc:docMk/>
            <pc:sldMk cId="1519478022" sldId="4360"/>
            <ac:picMk id="9" creationId="{67245DE6-45DA-5919-5004-F573D730F7DC}"/>
          </ac:picMkLst>
        </pc:picChg>
        <pc:picChg chg="mod">
          <ac:chgData name="Nat Trask" userId="384e9559073622a4" providerId="LiveId" clId="{B4914FED-F8C9-481A-A6D0-DDB97EE09C5D}" dt="2026-08-25T18:58:33.396" v="1311" actId="1076"/>
          <ac:picMkLst>
            <pc:docMk/>
            <pc:sldMk cId="1519478022" sldId="4360"/>
            <ac:picMk id="6146" creationId="{FB1B8A47-392E-74C5-197D-CC3FA71C0CD5}"/>
          </ac:picMkLst>
        </pc:picChg>
      </pc:sldChg>
      <pc:sldChg chg="del">
        <pc:chgData name="Nat Trask" userId="384e9559073622a4" providerId="LiveId" clId="{B4914FED-F8C9-481A-A6D0-DDB97EE09C5D}" dt="2026-08-25T16:41:33.800" v="0" actId="47"/>
        <pc:sldMkLst>
          <pc:docMk/>
          <pc:sldMk cId="1015691521" sldId="4365"/>
        </pc:sldMkLst>
      </pc:sldChg>
      <pc:sldChg chg="addSp delSp modSp mod delAnim modAnim">
        <pc:chgData name="Nat Trask" userId="384e9559073622a4" providerId="LiveId" clId="{B4914FED-F8C9-481A-A6D0-DDB97EE09C5D}" dt="2026-08-25T17:04:59.654" v="220" actId="14100"/>
        <pc:sldMkLst>
          <pc:docMk/>
          <pc:sldMk cId="1060324220" sldId="4366"/>
        </pc:sldMkLst>
        <pc:picChg chg="del">
          <ac:chgData name="Nat Trask" userId="384e9559073622a4" providerId="LiveId" clId="{B4914FED-F8C9-481A-A6D0-DDB97EE09C5D}" dt="2026-08-25T17:04:32.929" v="217" actId="478"/>
          <ac:picMkLst>
            <pc:docMk/>
            <pc:sldMk cId="1060324220" sldId="4366"/>
            <ac:picMk id="2" creationId="{04454244-FA9F-2F2D-5A06-5D48CADC49E2}"/>
          </ac:picMkLst>
        </pc:picChg>
        <pc:picChg chg="add mod">
          <ac:chgData name="Nat Trask" userId="384e9559073622a4" providerId="LiveId" clId="{B4914FED-F8C9-481A-A6D0-DDB97EE09C5D}" dt="2026-08-25T17:04:59.654" v="220" actId="14100"/>
          <ac:picMkLst>
            <pc:docMk/>
            <pc:sldMk cId="1060324220" sldId="4366"/>
            <ac:picMk id="3" creationId="{0083431B-00CC-1A92-539A-5D713245180C}"/>
          </ac:picMkLst>
        </pc:picChg>
      </pc:sldChg>
      <pc:sldChg chg="del">
        <pc:chgData name="Nat Trask" userId="384e9559073622a4" providerId="LiveId" clId="{B4914FED-F8C9-481A-A6D0-DDB97EE09C5D}" dt="2026-08-25T16:41:42.155" v="1" actId="47"/>
        <pc:sldMkLst>
          <pc:docMk/>
          <pc:sldMk cId="1416191664" sldId="4367"/>
        </pc:sldMkLst>
      </pc:sldChg>
      <pc:sldChg chg="modSp mod ord">
        <pc:chgData name="Nat Trask" userId="384e9559073622a4" providerId="LiveId" clId="{B4914FED-F8C9-481A-A6D0-DDB97EE09C5D}" dt="2026-08-25T17:06:14.988" v="227" actId="20577"/>
        <pc:sldMkLst>
          <pc:docMk/>
          <pc:sldMk cId="2128269899" sldId="4368"/>
        </pc:sldMkLst>
        <pc:spChg chg="mod">
          <ac:chgData name="Nat Trask" userId="384e9559073622a4" providerId="LiveId" clId="{B4914FED-F8C9-481A-A6D0-DDB97EE09C5D}" dt="2026-08-25T17:06:14.988" v="227" actId="20577"/>
          <ac:spMkLst>
            <pc:docMk/>
            <pc:sldMk cId="2128269899" sldId="4368"/>
            <ac:spMk id="13" creationId="{C0157EBC-252C-3FE7-73C2-686CCFA599A8}"/>
          </ac:spMkLst>
        </pc:spChg>
      </pc:sldChg>
      <pc:sldChg chg="ord">
        <pc:chgData name="Nat Trask" userId="384e9559073622a4" providerId="LiveId" clId="{B4914FED-F8C9-481A-A6D0-DDB97EE09C5D}" dt="2026-08-25T17:06:19.872" v="229"/>
        <pc:sldMkLst>
          <pc:docMk/>
          <pc:sldMk cId="3771548222" sldId="4369"/>
        </pc:sldMkLst>
      </pc:sldChg>
      <pc:sldChg chg="del">
        <pc:chgData name="Nat Trask" userId="384e9559073622a4" providerId="LiveId" clId="{B4914FED-F8C9-481A-A6D0-DDB97EE09C5D}" dt="2026-08-25T17:06:41.271" v="230" actId="47"/>
        <pc:sldMkLst>
          <pc:docMk/>
          <pc:sldMk cId="3862953811" sldId="4372"/>
        </pc:sldMkLst>
      </pc:sldChg>
      <pc:sldChg chg="del">
        <pc:chgData name="Nat Trask" userId="384e9559073622a4" providerId="LiveId" clId="{B4914FED-F8C9-481A-A6D0-DDB97EE09C5D}" dt="2026-08-25T16:42:05.951" v="2" actId="47"/>
        <pc:sldMkLst>
          <pc:docMk/>
          <pc:sldMk cId="3690490608" sldId="4373"/>
        </pc:sldMkLst>
      </pc:sldChg>
      <pc:sldChg chg="delSp modSp mod">
        <pc:chgData name="Nat Trask" userId="384e9559073622a4" providerId="LiveId" clId="{B4914FED-F8C9-481A-A6D0-DDB97EE09C5D}" dt="2026-08-25T17:07:00.463" v="240" actId="1076"/>
        <pc:sldMkLst>
          <pc:docMk/>
          <pc:sldMk cId="1418233427" sldId="4374"/>
        </pc:sldMkLst>
        <pc:spChg chg="del">
          <ac:chgData name="Nat Trask" userId="384e9559073622a4" providerId="LiveId" clId="{B4914FED-F8C9-481A-A6D0-DDB97EE09C5D}" dt="2026-08-25T16:44:05.433" v="3" actId="478"/>
          <ac:spMkLst>
            <pc:docMk/>
            <pc:sldMk cId="1418233427" sldId="4374"/>
            <ac:spMk id="7" creationId="{7C0C17B0-719D-DA74-9E5E-027E6CC09BA1}"/>
          </ac:spMkLst>
        </pc:spChg>
        <pc:spChg chg="del">
          <ac:chgData name="Nat Trask" userId="384e9559073622a4" providerId="LiveId" clId="{B4914FED-F8C9-481A-A6D0-DDB97EE09C5D}" dt="2026-08-25T16:44:05.433" v="3" actId="478"/>
          <ac:spMkLst>
            <pc:docMk/>
            <pc:sldMk cId="1418233427" sldId="4374"/>
            <ac:spMk id="8" creationId="{7AE45785-D632-EBD0-E0AA-D5BABF4958F0}"/>
          </ac:spMkLst>
        </pc:spChg>
        <pc:spChg chg="del">
          <ac:chgData name="Nat Trask" userId="384e9559073622a4" providerId="LiveId" clId="{B4914FED-F8C9-481A-A6D0-DDB97EE09C5D}" dt="2026-08-25T16:44:05.433" v="3" actId="478"/>
          <ac:spMkLst>
            <pc:docMk/>
            <pc:sldMk cId="1418233427" sldId="4374"/>
            <ac:spMk id="9" creationId="{CA7235AA-EB03-3DB6-DBE1-655B5EC164F1}"/>
          </ac:spMkLst>
        </pc:spChg>
        <pc:spChg chg="del">
          <ac:chgData name="Nat Trask" userId="384e9559073622a4" providerId="LiveId" clId="{B4914FED-F8C9-481A-A6D0-DDB97EE09C5D}" dt="2026-08-25T16:44:05.433" v="3" actId="478"/>
          <ac:spMkLst>
            <pc:docMk/>
            <pc:sldMk cId="1418233427" sldId="4374"/>
            <ac:spMk id="10" creationId="{79AD7451-5607-308E-4CA0-EF2628CF89D3}"/>
          </ac:spMkLst>
        </pc:spChg>
        <pc:spChg chg="mod">
          <ac:chgData name="Nat Trask" userId="384e9559073622a4" providerId="LiveId" clId="{B4914FED-F8C9-481A-A6D0-DDB97EE09C5D}" dt="2026-08-25T17:07:00.463" v="240" actId="1076"/>
          <ac:spMkLst>
            <pc:docMk/>
            <pc:sldMk cId="1418233427" sldId="4374"/>
            <ac:spMk id="11" creationId="{76ED0928-E6F6-65B5-CEBD-908F84C6584A}"/>
          </ac:spMkLst>
        </pc:spChg>
        <pc:spChg chg="mod">
          <ac:chgData name="Nat Trask" userId="384e9559073622a4" providerId="LiveId" clId="{B4914FED-F8C9-481A-A6D0-DDB97EE09C5D}" dt="2026-08-25T16:44:26.281" v="9" actId="1076"/>
          <ac:spMkLst>
            <pc:docMk/>
            <pc:sldMk cId="1418233427" sldId="4374"/>
            <ac:spMk id="12" creationId="{17BA04FF-4E59-545F-9009-7B7C0E3E0737}"/>
          </ac:spMkLst>
        </pc:spChg>
        <pc:spChg chg="mod">
          <ac:chgData name="Nat Trask" userId="384e9559073622a4" providerId="LiveId" clId="{B4914FED-F8C9-481A-A6D0-DDB97EE09C5D}" dt="2026-08-25T17:06:47.085" v="238" actId="20577"/>
          <ac:spMkLst>
            <pc:docMk/>
            <pc:sldMk cId="1418233427" sldId="4374"/>
            <ac:spMk id="13" creationId="{86D214B8-6D68-D617-C1E1-961C92A6214F}"/>
          </ac:spMkLst>
        </pc:spChg>
        <pc:picChg chg="mod">
          <ac:chgData name="Nat Trask" userId="384e9559073622a4" providerId="LiveId" clId="{B4914FED-F8C9-481A-A6D0-DDB97EE09C5D}" dt="2026-08-25T16:44:23.163" v="8" actId="1076"/>
          <ac:picMkLst>
            <pc:docMk/>
            <pc:sldMk cId="1418233427" sldId="4374"/>
            <ac:picMk id="2" creationId="{142CC6C1-77CE-D034-54BF-46FDAB047122}"/>
          </ac:picMkLst>
        </pc:picChg>
        <pc:picChg chg="mod">
          <ac:chgData name="Nat Trask" userId="384e9559073622a4" providerId="LiveId" clId="{B4914FED-F8C9-481A-A6D0-DDB97EE09C5D}" dt="2026-08-25T16:44:23.163" v="8" actId="1076"/>
          <ac:picMkLst>
            <pc:docMk/>
            <pc:sldMk cId="1418233427" sldId="4374"/>
            <ac:picMk id="3" creationId="{2247C67E-E246-3D8D-505D-51B4E95E8E58}"/>
          </ac:picMkLst>
        </pc:picChg>
        <pc:picChg chg="mod">
          <ac:chgData name="Nat Trask" userId="384e9559073622a4" providerId="LiveId" clId="{B4914FED-F8C9-481A-A6D0-DDB97EE09C5D}" dt="2026-08-25T16:44:23.163" v="8" actId="1076"/>
          <ac:picMkLst>
            <pc:docMk/>
            <pc:sldMk cId="1418233427" sldId="4374"/>
            <ac:picMk id="5" creationId="{848BBC7C-2A7E-B7CA-07D3-123B35873C0E}"/>
          </ac:picMkLst>
        </pc:picChg>
        <pc:picChg chg="mod">
          <ac:chgData name="Nat Trask" userId="384e9559073622a4" providerId="LiveId" clId="{B4914FED-F8C9-481A-A6D0-DDB97EE09C5D}" dt="2026-08-25T16:44:23.163" v="8" actId="1076"/>
          <ac:picMkLst>
            <pc:docMk/>
            <pc:sldMk cId="1418233427" sldId="4374"/>
            <ac:picMk id="6" creationId="{C91AE081-C4F2-A2E4-9822-7915ED64321B}"/>
          </ac:picMkLst>
        </pc:picChg>
        <pc:picChg chg="mod">
          <ac:chgData name="Nat Trask" userId="384e9559073622a4" providerId="LiveId" clId="{B4914FED-F8C9-481A-A6D0-DDB97EE09C5D}" dt="2026-08-25T17:06:55.063" v="239" actId="1076"/>
          <ac:picMkLst>
            <pc:docMk/>
            <pc:sldMk cId="1418233427" sldId="4374"/>
            <ac:picMk id="5122" creationId="{5F37D694-28F5-D389-E9F8-1CB2588DF11F}"/>
          </ac:picMkLst>
        </pc:picChg>
      </pc:sldChg>
      <pc:sldChg chg="del">
        <pc:chgData name="Nat Trask" userId="384e9559073622a4" providerId="LiveId" clId="{B4914FED-F8C9-481A-A6D0-DDB97EE09C5D}" dt="2026-08-25T19:11:04.001" v="1597" actId="47"/>
        <pc:sldMkLst>
          <pc:docMk/>
          <pc:sldMk cId="3274820846" sldId="4375"/>
        </pc:sldMkLst>
      </pc:sldChg>
      <pc:sldChg chg="addSp delSp modSp mod">
        <pc:chgData name="Nat Trask" userId="384e9559073622a4" providerId="LiveId" clId="{B4914FED-F8C9-481A-A6D0-DDB97EE09C5D}" dt="2026-08-25T19:12:06.924" v="1606" actId="1076"/>
        <pc:sldMkLst>
          <pc:docMk/>
          <pc:sldMk cId="246880773" sldId="4376"/>
        </pc:sldMkLst>
        <pc:spChg chg="del">
          <ac:chgData name="Nat Trask" userId="384e9559073622a4" providerId="LiveId" clId="{B4914FED-F8C9-481A-A6D0-DDB97EE09C5D}" dt="2026-08-25T19:09:17.595" v="1595" actId="478"/>
          <ac:spMkLst>
            <pc:docMk/>
            <pc:sldMk cId="246880773" sldId="4376"/>
            <ac:spMk id="9" creationId="{9CCE4690-2452-DF4C-E2DD-A2A6A1697DC5}"/>
          </ac:spMkLst>
        </pc:spChg>
        <pc:picChg chg="del">
          <ac:chgData name="Nat Trask" userId="384e9559073622a4" providerId="LiveId" clId="{B4914FED-F8C9-481A-A6D0-DDB97EE09C5D}" dt="2026-08-25T19:09:18.341" v="1596" actId="478"/>
          <ac:picMkLst>
            <pc:docMk/>
            <pc:sldMk cId="246880773" sldId="4376"/>
            <ac:picMk id="3" creationId="{1A3F6FDF-A162-2E69-0BE5-F32197BAD08F}"/>
          </ac:picMkLst>
        </pc:picChg>
        <pc:picChg chg="add mod">
          <ac:chgData name="Nat Trask" userId="384e9559073622a4" providerId="LiveId" clId="{B4914FED-F8C9-481A-A6D0-DDB97EE09C5D}" dt="2026-08-25T19:12:06.924" v="1606" actId="1076"/>
          <ac:picMkLst>
            <pc:docMk/>
            <pc:sldMk cId="246880773" sldId="4376"/>
            <ac:picMk id="5" creationId="{CCFF3F10-16A6-9C0F-018E-9561F5B4C56B}"/>
          </ac:picMkLst>
        </pc:picChg>
        <pc:picChg chg="del">
          <ac:chgData name="Nat Trask" userId="384e9559073622a4" providerId="LiveId" clId="{B4914FED-F8C9-481A-A6D0-DDB97EE09C5D}" dt="2026-08-25T19:09:16.021" v="1594" actId="478"/>
          <ac:picMkLst>
            <pc:docMk/>
            <pc:sldMk cId="246880773" sldId="4376"/>
            <ac:picMk id="8" creationId="{C748C4F2-0078-6A3B-4B8D-58A0E3011A61}"/>
          </ac:picMkLst>
        </pc:picChg>
      </pc:sldChg>
      <pc:sldChg chg="modSp del mod">
        <pc:chgData name="Nat Trask" userId="384e9559073622a4" providerId="LiveId" clId="{B4914FED-F8C9-481A-A6D0-DDB97EE09C5D}" dt="2026-08-25T18:55:33.179" v="1280" actId="47"/>
        <pc:sldMkLst>
          <pc:docMk/>
          <pc:sldMk cId="2633230294" sldId="4377"/>
        </pc:sldMkLst>
        <pc:spChg chg="mod">
          <ac:chgData name="Nat Trask" userId="384e9559073622a4" providerId="LiveId" clId="{B4914FED-F8C9-481A-A6D0-DDB97EE09C5D}" dt="2026-08-25T16:57:32.971" v="216" actId="20577"/>
          <ac:spMkLst>
            <pc:docMk/>
            <pc:sldMk cId="2633230294" sldId="4377"/>
            <ac:spMk id="13" creationId="{7E303F02-0931-C961-6CBD-B845BC9CB86D}"/>
          </ac:spMkLst>
        </pc:spChg>
      </pc:sldChg>
      <pc:sldChg chg="modSp mod">
        <pc:chgData name="Nat Trask" userId="384e9559073622a4" providerId="LiveId" clId="{B4914FED-F8C9-481A-A6D0-DDB97EE09C5D}" dt="2026-08-25T17:07:05.582" v="247" actId="20577"/>
        <pc:sldMkLst>
          <pc:docMk/>
          <pc:sldMk cId="1000985347" sldId="4378"/>
        </pc:sldMkLst>
        <pc:spChg chg="mod">
          <ac:chgData name="Nat Trask" userId="384e9559073622a4" providerId="LiveId" clId="{B4914FED-F8C9-481A-A6D0-DDB97EE09C5D}" dt="2026-08-25T17:07:05.582" v="247" actId="20577"/>
          <ac:spMkLst>
            <pc:docMk/>
            <pc:sldMk cId="1000985347" sldId="4378"/>
            <ac:spMk id="13" creationId="{899EB3DB-D342-BD3C-375F-37028DC3C474}"/>
          </ac:spMkLst>
        </pc:spChg>
      </pc:sldChg>
      <pc:sldChg chg="modSp mod">
        <pc:chgData name="Nat Trask" userId="384e9559073622a4" providerId="LiveId" clId="{B4914FED-F8C9-481A-A6D0-DDB97EE09C5D}" dt="2026-08-25T18:55:51.254" v="1293" actId="114"/>
        <pc:sldMkLst>
          <pc:docMk/>
          <pc:sldMk cId="127811137" sldId="4379"/>
        </pc:sldMkLst>
        <pc:spChg chg="mod">
          <ac:chgData name="Nat Trask" userId="384e9559073622a4" providerId="LiveId" clId="{B4914FED-F8C9-481A-A6D0-DDB97EE09C5D}" dt="2026-08-25T18:55:51.254" v="1293" actId="114"/>
          <ac:spMkLst>
            <pc:docMk/>
            <pc:sldMk cId="127811137" sldId="4379"/>
            <ac:spMk id="13" creationId="{18D58AC6-0A87-6678-60B3-606229B8BE1A}"/>
          </ac:spMkLst>
        </pc:spChg>
      </pc:sldChg>
      <pc:sldChg chg="modSp mod">
        <pc:chgData name="Nat Trask" userId="384e9559073622a4" providerId="LiveId" clId="{B4914FED-F8C9-481A-A6D0-DDB97EE09C5D}" dt="2026-08-25T17:18:32.450" v="589" actId="20577"/>
        <pc:sldMkLst>
          <pc:docMk/>
          <pc:sldMk cId="348295624" sldId="4383"/>
        </pc:sldMkLst>
        <pc:spChg chg="mod">
          <ac:chgData name="Nat Trask" userId="384e9559073622a4" providerId="LiveId" clId="{B4914FED-F8C9-481A-A6D0-DDB97EE09C5D}" dt="2026-08-25T17:18:32.450" v="589" actId="20577"/>
          <ac:spMkLst>
            <pc:docMk/>
            <pc:sldMk cId="348295624" sldId="4383"/>
            <ac:spMk id="16" creationId="{17B96932-2E9E-C232-892F-FF6CE81C3804}"/>
          </ac:spMkLst>
        </pc:spChg>
      </pc:sldChg>
      <pc:sldChg chg="addSp delSp modSp mod">
        <pc:chgData name="Nat Trask" userId="384e9559073622a4" providerId="LiveId" clId="{B4914FED-F8C9-481A-A6D0-DDB97EE09C5D}" dt="2026-08-25T17:17:57.549" v="541" actId="1076"/>
        <pc:sldMkLst>
          <pc:docMk/>
          <pc:sldMk cId="3627629313" sldId="4384"/>
        </pc:sldMkLst>
        <pc:spChg chg="mod">
          <ac:chgData name="Nat Trask" userId="384e9559073622a4" providerId="LiveId" clId="{B4914FED-F8C9-481A-A6D0-DDB97EE09C5D}" dt="2026-08-25T17:17:57.549" v="541" actId="1076"/>
          <ac:spMkLst>
            <pc:docMk/>
            <pc:sldMk cId="3627629313" sldId="4384"/>
            <ac:spMk id="5" creationId="{95CDC715-F102-26A0-7264-7C08F3052EAB}"/>
          </ac:spMkLst>
        </pc:spChg>
        <pc:spChg chg="add mod">
          <ac:chgData name="Nat Trask" userId="384e9559073622a4" providerId="LiveId" clId="{B4914FED-F8C9-481A-A6D0-DDB97EE09C5D}" dt="2026-08-25T17:17:57.549" v="541" actId="1076"/>
          <ac:spMkLst>
            <pc:docMk/>
            <pc:sldMk cId="3627629313" sldId="4384"/>
            <ac:spMk id="8" creationId="{E1F2F03E-B47F-36B0-689B-06372B2149D8}"/>
          </ac:spMkLst>
        </pc:spChg>
        <pc:spChg chg="mod">
          <ac:chgData name="Nat Trask" userId="384e9559073622a4" providerId="LiveId" clId="{B4914FED-F8C9-481A-A6D0-DDB97EE09C5D}" dt="2026-08-25T17:17:57.549" v="541" actId="1076"/>
          <ac:spMkLst>
            <pc:docMk/>
            <pc:sldMk cId="3627629313" sldId="4384"/>
            <ac:spMk id="16" creationId="{ADA1EFD6-F9F3-970B-4C38-6AEC3609C772}"/>
          </ac:spMkLst>
        </pc:spChg>
        <pc:picChg chg="del">
          <ac:chgData name="Nat Trask" userId="384e9559073622a4" providerId="LiveId" clId="{B4914FED-F8C9-481A-A6D0-DDB97EE09C5D}" dt="2026-08-25T16:45:26.116" v="10" actId="478"/>
          <ac:picMkLst>
            <pc:docMk/>
            <pc:sldMk cId="3627629313" sldId="4384"/>
            <ac:picMk id="4" creationId="{A341A484-3ABD-13AB-B45B-5695AE8F8ED6}"/>
          </ac:picMkLst>
        </pc:picChg>
        <pc:picChg chg="add mod">
          <ac:chgData name="Nat Trask" userId="384e9559073622a4" providerId="LiveId" clId="{B4914FED-F8C9-481A-A6D0-DDB97EE09C5D}" dt="2026-08-25T17:17:57.549" v="541" actId="1076"/>
          <ac:picMkLst>
            <pc:docMk/>
            <pc:sldMk cId="3627629313" sldId="4384"/>
            <ac:picMk id="6" creationId="{DC5687AD-19EE-5F72-5217-D987CE257623}"/>
          </ac:picMkLst>
        </pc:picChg>
        <pc:picChg chg="add mod">
          <ac:chgData name="Nat Trask" userId="384e9559073622a4" providerId="LiveId" clId="{B4914FED-F8C9-481A-A6D0-DDB97EE09C5D}" dt="2026-08-25T17:17:57.549" v="541" actId="1076"/>
          <ac:picMkLst>
            <pc:docMk/>
            <pc:sldMk cId="3627629313" sldId="4384"/>
            <ac:picMk id="10" creationId="{2776AE05-9E64-6918-759C-5E8AC731EC76}"/>
          </ac:picMkLst>
        </pc:picChg>
      </pc:sldChg>
      <pc:sldChg chg="modSp mod ord">
        <pc:chgData name="Nat Trask" userId="384e9559073622a4" providerId="LiveId" clId="{B4914FED-F8C9-481A-A6D0-DDB97EE09C5D}" dt="2026-08-25T19:06:56.784" v="1593"/>
        <pc:sldMkLst>
          <pc:docMk/>
          <pc:sldMk cId="3477070196" sldId="4385"/>
        </pc:sldMkLst>
        <pc:spChg chg="mod">
          <ac:chgData name="Nat Trask" userId="384e9559073622a4" providerId="LiveId" clId="{B4914FED-F8C9-481A-A6D0-DDB97EE09C5D}" dt="2026-08-25T16:47:37.849" v="91" actId="207"/>
          <ac:spMkLst>
            <pc:docMk/>
            <pc:sldMk cId="3477070196" sldId="4385"/>
            <ac:spMk id="2" creationId="{40413A02-443C-8DD3-A40B-217A288C7F4A}"/>
          </ac:spMkLst>
        </pc:spChg>
        <pc:spChg chg="mod">
          <ac:chgData name="Nat Trask" userId="384e9559073622a4" providerId="LiveId" clId="{B4914FED-F8C9-481A-A6D0-DDB97EE09C5D}" dt="2026-08-25T16:47:40.972" v="92" actId="207"/>
          <ac:spMkLst>
            <pc:docMk/>
            <pc:sldMk cId="3477070196" sldId="4385"/>
            <ac:spMk id="3" creationId="{8648AF7B-5BCD-CE60-4129-E08FACB44B02}"/>
          </ac:spMkLst>
        </pc:spChg>
        <pc:spChg chg="mod">
          <ac:chgData name="Nat Trask" userId="384e9559073622a4" providerId="LiveId" clId="{B4914FED-F8C9-481A-A6D0-DDB97EE09C5D}" dt="2026-08-25T16:48:13.053" v="172" actId="20577"/>
          <ac:spMkLst>
            <pc:docMk/>
            <pc:sldMk cId="3477070196" sldId="4385"/>
            <ac:spMk id="5" creationId="{FB9719C7-F9D7-A12E-75D6-EA325D984168}"/>
          </ac:spMkLst>
        </pc:spChg>
        <pc:spChg chg="mod">
          <ac:chgData name="Nat Trask" userId="384e9559073622a4" providerId="LiveId" clId="{B4914FED-F8C9-481A-A6D0-DDB97EE09C5D}" dt="2026-08-25T16:47:34.888" v="90" actId="207"/>
          <ac:spMkLst>
            <pc:docMk/>
            <pc:sldMk cId="3477070196" sldId="4385"/>
            <ac:spMk id="42" creationId="{DA6668E0-5AFD-71FE-91FA-BE6B4C18B9E0}"/>
          </ac:spMkLst>
        </pc:spChg>
      </pc:sldChg>
      <pc:sldChg chg="del">
        <pc:chgData name="Nat Trask" userId="384e9559073622a4" providerId="LiveId" clId="{B4914FED-F8C9-481A-A6D0-DDB97EE09C5D}" dt="2026-08-25T19:12:51.717" v="1607" actId="47"/>
        <pc:sldMkLst>
          <pc:docMk/>
          <pc:sldMk cId="625696638" sldId="4386"/>
        </pc:sldMkLst>
      </pc:sldChg>
      <pc:sldChg chg="modSp mod">
        <pc:chgData name="Nat Trask" userId="384e9559073622a4" providerId="LiveId" clId="{B4914FED-F8C9-481A-A6D0-DDB97EE09C5D}" dt="2026-08-25T19:16:29.175" v="1627" actId="20577"/>
        <pc:sldMkLst>
          <pc:docMk/>
          <pc:sldMk cId="3090184352" sldId="4389"/>
        </pc:sldMkLst>
        <pc:spChg chg="mod">
          <ac:chgData name="Nat Trask" userId="384e9559073622a4" providerId="LiveId" clId="{B4914FED-F8C9-481A-A6D0-DDB97EE09C5D}" dt="2026-08-25T19:16:29.175" v="1627" actId="20577"/>
          <ac:spMkLst>
            <pc:docMk/>
            <pc:sldMk cId="3090184352" sldId="4389"/>
            <ac:spMk id="9" creationId="{2BC74A97-AF23-507E-44A4-0597C93E7921}"/>
          </ac:spMkLst>
        </pc:spChg>
      </pc:sldChg>
      <pc:sldChg chg="addSp delSp modSp mod">
        <pc:chgData name="Nat Trask" userId="384e9559073622a4" providerId="LiveId" clId="{B4914FED-F8C9-481A-A6D0-DDB97EE09C5D}" dt="2026-08-25T16:55:44.713" v="194" actId="1076"/>
        <pc:sldMkLst>
          <pc:docMk/>
          <pc:sldMk cId="2362317470" sldId="4390"/>
        </pc:sldMkLst>
        <pc:spChg chg="mod">
          <ac:chgData name="Nat Trask" userId="384e9559073622a4" providerId="LiveId" clId="{B4914FED-F8C9-481A-A6D0-DDB97EE09C5D}" dt="2026-08-25T16:54:59.100" v="188"/>
          <ac:spMkLst>
            <pc:docMk/>
            <pc:sldMk cId="2362317470" sldId="4390"/>
            <ac:spMk id="16" creationId="{243606EE-6E41-B28C-0198-DEBCC3E5AB0D}"/>
          </ac:spMkLst>
        </pc:spChg>
        <pc:picChg chg="del">
          <ac:chgData name="Nat Trask" userId="384e9559073622a4" providerId="LiveId" clId="{B4914FED-F8C9-481A-A6D0-DDB97EE09C5D}" dt="2026-08-25T16:55:36.864" v="189" actId="478"/>
          <ac:picMkLst>
            <pc:docMk/>
            <pc:sldMk cId="2362317470" sldId="4390"/>
            <ac:picMk id="5" creationId="{BE8768BD-E8F9-9FBD-9683-86A770B18744}"/>
          </ac:picMkLst>
        </pc:picChg>
        <pc:picChg chg="add mod">
          <ac:chgData name="Nat Trask" userId="384e9559073622a4" providerId="LiveId" clId="{B4914FED-F8C9-481A-A6D0-DDB97EE09C5D}" dt="2026-08-25T16:55:44.713" v="194" actId="1076"/>
          <ac:picMkLst>
            <pc:docMk/>
            <pc:sldMk cId="2362317470" sldId="4390"/>
            <ac:picMk id="6" creationId="{65F2DB14-1787-374C-9C38-1E6DF0F6C987}"/>
          </ac:picMkLst>
        </pc:picChg>
      </pc:sldChg>
      <pc:sldChg chg="addSp delSp modSp mod ord">
        <pc:chgData name="Nat Trask" userId="384e9559073622a4" providerId="LiveId" clId="{B4914FED-F8C9-481A-A6D0-DDB97EE09C5D}" dt="2026-08-25T19:16:20.996" v="1626"/>
        <pc:sldMkLst>
          <pc:docMk/>
          <pc:sldMk cId="1876809468" sldId="4391"/>
        </pc:sldMkLst>
        <pc:spChg chg="mod">
          <ac:chgData name="Nat Trask" userId="384e9559073622a4" providerId="LiveId" clId="{B4914FED-F8C9-481A-A6D0-DDB97EE09C5D}" dt="2026-08-25T19:13:45.956" v="1619" actId="1076"/>
          <ac:spMkLst>
            <pc:docMk/>
            <pc:sldMk cId="1876809468" sldId="4391"/>
            <ac:spMk id="5" creationId="{187CB44B-E5C9-DF28-B8BB-04A358D68941}"/>
          </ac:spMkLst>
        </pc:spChg>
        <pc:picChg chg="del">
          <ac:chgData name="Nat Trask" userId="384e9559073622a4" providerId="LiveId" clId="{B4914FED-F8C9-481A-A6D0-DDB97EE09C5D}" dt="2026-08-25T19:11:17.039" v="1598" actId="478"/>
          <ac:picMkLst>
            <pc:docMk/>
            <pc:sldMk cId="1876809468" sldId="4391"/>
            <ac:picMk id="3" creationId="{437798F4-D770-E8BF-720F-07F2BB71BA16}"/>
          </ac:picMkLst>
        </pc:picChg>
        <pc:picChg chg="add mod ord">
          <ac:chgData name="Nat Trask" userId="384e9559073622a4" providerId="LiveId" clId="{B4914FED-F8C9-481A-A6D0-DDB97EE09C5D}" dt="2026-08-25T19:13:33.633" v="1615" actId="14100"/>
          <ac:picMkLst>
            <pc:docMk/>
            <pc:sldMk cId="1876809468" sldId="4391"/>
            <ac:picMk id="6" creationId="{8BB151E8-3999-2E11-D40D-563055E9866A}"/>
          </ac:picMkLst>
        </pc:picChg>
        <pc:picChg chg="add mod">
          <ac:chgData name="Nat Trask" userId="384e9559073622a4" providerId="LiveId" clId="{B4914FED-F8C9-481A-A6D0-DDB97EE09C5D}" dt="2026-08-25T19:14:55.159" v="1624" actId="14100"/>
          <ac:picMkLst>
            <pc:docMk/>
            <pc:sldMk cId="1876809468" sldId="4391"/>
            <ac:picMk id="8" creationId="{4DE9A80F-8926-5FB5-92AC-C75801D7BBEE}"/>
          </ac:picMkLst>
        </pc:picChg>
      </pc:sldChg>
      <pc:sldChg chg="addSp modSp mod">
        <pc:chgData name="Nat Trask" userId="384e9559073622a4" providerId="LiveId" clId="{B4914FED-F8C9-481A-A6D0-DDB97EE09C5D}" dt="2026-08-25T17:23:19.310" v="647" actId="1076"/>
        <pc:sldMkLst>
          <pc:docMk/>
          <pc:sldMk cId="1526801431" sldId="4392"/>
        </pc:sldMkLst>
        <pc:spChg chg="add mod">
          <ac:chgData name="Nat Trask" userId="384e9559073622a4" providerId="LiveId" clId="{B4914FED-F8C9-481A-A6D0-DDB97EE09C5D}" dt="2026-08-25T17:21:53.286" v="595" actId="1076"/>
          <ac:spMkLst>
            <pc:docMk/>
            <pc:sldMk cId="1526801431" sldId="4392"/>
            <ac:spMk id="3" creationId="{88207E27-5F38-98FC-8B97-3CC78C536290}"/>
          </ac:spMkLst>
        </pc:spChg>
        <pc:spChg chg="mod">
          <ac:chgData name="Nat Trask" userId="384e9559073622a4" providerId="LiveId" clId="{B4914FED-F8C9-481A-A6D0-DDB97EE09C5D}" dt="2026-08-25T17:22:54.841" v="641" actId="1076"/>
          <ac:spMkLst>
            <pc:docMk/>
            <pc:sldMk cId="1526801431" sldId="4392"/>
            <ac:spMk id="9" creationId="{4BC3948B-BEE8-D785-99EF-ECFB42E07AD6}"/>
          </ac:spMkLst>
        </pc:spChg>
        <pc:picChg chg="mod">
          <ac:chgData name="Nat Trask" userId="384e9559073622a4" providerId="LiveId" clId="{B4914FED-F8C9-481A-A6D0-DDB97EE09C5D}" dt="2026-08-25T17:22:10.743" v="601" actId="1076"/>
          <ac:picMkLst>
            <pc:docMk/>
            <pc:sldMk cId="1526801431" sldId="4392"/>
            <ac:picMk id="5" creationId="{76618B00-9DBA-654D-4FCD-6E5F5F730275}"/>
          </ac:picMkLst>
        </pc:picChg>
        <pc:picChg chg="add mod">
          <ac:chgData name="Nat Trask" userId="384e9559073622a4" providerId="LiveId" clId="{B4914FED-F8C9-481A-A6D0-DDB97EE09C5D}" dt="2026-08-25T17:22:09.263" v="600" actId="962"/>
          <ac:picMkLst>
            <pc:docMk/>
            <pc:sldMk cId="1526801431" sldId="4392"/>
            <ac:picMk id="7" creationId="{9CA6BDD3-7ACA-591B-C473-200DF407122F}"/>
          </ac:picMkLst>
        </pc:picChg>
        <pc:picChg chg="add mod">
          <ac:chgData name="Nat Trask" userId="384e9559073622a4" providerId="LiveId" clId="{B4914FED-F8C9-481A-A6D0-DDB97EE09C5D}" dt="2026-08-25T17:23:19.310" v="647" actId="1076"/>
          <ac:picMkLst>
            <pc:docMk/>
            <pc:sldMk cId="1526801431" sldId="4392"/>
            <ac:picMk id="10" creationId="{279BAC25-7BBC-C8DC-D945-72AFB1E8FB85}"/>
          </ac:picMkLst>
        </pc:picChg>
      </pc:sldChg>
      <pc:sldChg chg="addSp delSp modSp mod">
        <pc:chgData name="Nat Trask" userId="384e9559073622a4" providerId="LiveId" clId="{B4914FED-F8C9-481A-A6D0-DDB97EE09C5D}" dt="2026-08-25T18:54:48.505" v="1279" actId="1036"/>
        <pc:sldMkLst>
          <pc:docMk/>
          <pc:sldMk cId="659567842" sldId="4393"/>
        </pc:sldMkLst>
        <pc:spChg chg="del">
          <ac:chgData name="Nat Trask" userId="384e9559073622a4" providerId="LiveId" clId="{B4914FED-F8C9-481A-A6D0-DDB97EE09C5D}" dt="2026-08-25T18:12:12.714" v="737" actId="478"/>
          <ac:spMkLst>
            <pc:docMk/>
            <pc:sldMk cId="659567842" sldId="4393"/>
            <ac:spMk id="8" creationId="{5F96E560-73DE-F3DF-B922-C1FEC78E77EB}"/>
          </ac:spMkLst>
        </pc:spChg>
        <pc:spChg chg="add mod">
          <ac:chgData name="Nat Trask" userId="384e9559073622a4" providerId="LiveId" clId="{B4914FED-F8C9-481A-A6D0-DDB97EE09C5D}" dt="2026-08-25T18:54:44.518" v="1274" actId="1076"/>
          <ac:spMkLst>
            <pc:docMk/>
            <pc:sldMk cId="659567842" sldId="4393"/>
            <ac:spMk id="9" creationId="{09ED778B-039B-8E90-B32D-47E2A8427744}"/>
          </ac:spMkLst>
        </pc:spChg>
        <pc:spChg chg="add mod">
          <ac:chgData name="Nat Trask" userId="384e9559073622a4" providerId="LiveId" clId="{B4914FED-F8C9-481A-A6D0-DDB97EE09C5D}" dt="2026-08-25T18:54:44.518" v="1274" actId="1076"/>
          <ac:spMkLst>
            <pc:docMk/>
            <pc:sldMk cId="659567842" sldId="4393"/>
            <ac:spMk id="11" creationId="{04A1235B-63A0-EAB5-C39B-59596FD518E1}"/>
          </ac:spMkLst>
        </pc:spChg>
        <pc:spChg chg="mod">
          <ac:chgData name="Nat Trask" userId="384e9559073622a4" providerId="LiveId" clId="{B4914FED-F8C9-481A-A6D0-DDB97EE09C5D}" dt="2026-08-25T18:12:03.172" v="736" actId="20577"/>
          <ac:spMkLst>
            <pc:docMk/>
            <pc:sldMk cId="659567842" sldId="4393"/>
            <ac:spMk id="13" creationId="{DFBCF6E2-8F79-6E08-2EC8-5C36AEC35E6C}"/>
          </ac:spMkLst>
        </pc:spChg>
        <pc:spChg chg="add mod">
          <ac:chgData name="Nat Trask" userId="384e9559073622a4" providerId="LiveId" clId="{B4914FED-F8C9-481A-A6D0-DDB97EE09C5D}" dt="2026-08-25T18:54:48.505" v="1279" actId="1036"/>
          <ac:spMkLst>
            <pc:docMk/>
            <pc:sldMk cId="659567842" sldId="4393"/>
            <ac:spMk id="14" creationId="{C040AB94-C3F9-98A5-F2BB-027390BA3D61}"/>
          </ac:spMkLst>
        </pc:spChg>
        <pc:picChg chg="add del mod">
          <ac:chgData name="Nat Trask" userId="384e9559073622a4" providerId="LiveId" clId="{B4914FED-F8C9-481A-A6D0-DDB97EE09C5D}" dt="2026-08-25T18:47:16.228" v="744" actId="478"/>
          <ac:picMkLst>
            <pc:docMk/>
            <pc:sldMk cId="659567842" sldId="4393"/>
            <ac:picMk id="2" creationId="{3F1F5B5E-4DA7-A927-C482-BFB11EF93F7C}"/>
          </ac:picMkLst>
        </pc:picChg>
        <pc:picChg chg="add mod">
          <ac:chgData name="Nat Trask" userId="384e9559073622a4" providerId="LiveId" clId="{B4914FED-F8C9-481A-A6D0-DDB97EE09C5D}" dt="2026-08-25T18:47:34.388" v="749" actId="1076"/>
          <ac:picMkLst>
            <pc:docMk/>
            <pc:sldMk cId="659567842" sldId="4393"/>
            <ac:picMk id="3" creationId="{6249E7EF-0540-8F5F-DFF1-B142EF412BCB}"/>
          </ac:picMkLst>
        </pc:picChg>
        <pc:picChg chg="del">
          <ac:chgData name="Nat Trask" userId="384e9559073622a4" providerId="LiveId" clId="{B4914FED-F8C9-481A-A6D0-DDB97EE09C5D}" dt="2026-08-25T18:12:12.714" v="737" actId="478"/>
          <ac:picMkLst>
            <pc:docMk/>
            <pc:sldMk cId="659567842" sldId="4393"/>
            <ac:picMk id="5" creationId="{1E9B0A5A-F4BA-CA33-045B-EDA2D75522C3}"/>
          </ac:picMkLst>
        </pc:picChg>
        <pc:picChg chg="del">
          <ac:chgData name="Nat Trask" userId="384e9559073622a4" providerId="LiveId" clId="{B4914FED-F8C9-481A-A6D0-DDB97EE09C5D}" dt="2026-08-25T18:12:12.714" v="737" actId="478"/>
          <ac:picMkLst>
            <pc:docMk/>
            <pc:sldMk cId="659567842" sldId="4393"/>
            <ac:picMk id="7" creationId="{E87BA06D-A56E-0D52-48AE-98EDB904403F}"/>
          </ac:picMkLst>
        </pc:picChg>
      </pc:sldChg>
      <pc:sldChg chg="del">
        <pc:chgData name="Nat Trask" userId="384e9559073622a4" providerId="LiveId" clId="{B4914FED-F8C9-481A-A6D0-DDB97EE09C5D}" dt="2026-08-25T16:47:14.758" v="73" actId="47"/>
        <pc:sldMkLst>
          <pc:docMk/>
          <pc:sldMk cId="3796714247" sldId="4394"/>
        </pc:sldMkLst>
      </pc:sldChg>
      <pc:sldChg chg="addSp delSp modSp add mod">
        <pc:chgData name="Nat Trask" userId="384e9559073622a4" providerId="LiveId" clId="{B4914FED-F8C9-481A-A6D0-DDB97EE09C5D}" dt="2026-08-25T17:17:38.442" v="540" actId="1076"/>
        <pc:sldMkLst>
          <pc:docMk/>
          <pc:sldMk cId="1392028045" sldId="4396"/>
        </pc:sldMkLst>
        <pc:spChg chg="add mod">
          <ac:chgData name="Nat Trask" userId="384e9559073622a4" providerId="LiveId" clId="{B4914FED-F8C9-481A-A6D0-DDB97EE09C5D}" dt="2026-08-25T17:17:38.442" v="540" actId="1076"/>
          <ac:spMkLst>
            <pc:docMk/>
            <pc:sldMk cId="1392028045" sldId="4396"/>
            <ac:spMk id="6" creationId="{08C23A6D-D285-C78C-C773-CC90D28C659D}"/>
          </ac:spMkLst>
        </pc:spChg>
        <pc:spChg chg="mod">
          <ac:chgData name="Nat Trask" userId="384e9559073622a4" providerId="LiveId" clId="{B4914FED-F8C9-481A-A6D0-DDB97EE09C5D}" dt="2026-08-25T17:17:00.417" v="425" actId="20577"/>
          <ac:spMkLst>
            <pc:docMk/>
            <pc:sldMk cId="1392028045" sldId="4396"/>
            <ac:spMk id="12" creationId="{744E703A-D231-C46E-AAE6-6935B4E6F411}"/>
          </ac:spMkLst>
        </pc:spChg>
        <pc:spChg chg="mod">
          <ac:chgData name="Nat Trask" userId="384e9559073622a4" providerId="LiveId" clId="{B4914FED-F8C9-481A-A6D0-DDB97EE09C5D}" dt="2026-08-25T17:15:11.265" v="290" actId="20577"/>
          <ac:spMkLst>
            <pc:docMk/>
            <pc:sldMk cId="1392028045" sldId="4396"/>
            <ac:spMk id="13" creationId="{8AFDBF8D-2EAD-F1A8-C189-DC4DD201EE98}"/>
          </ac:spMkLst>
        </pc:spChg>
        <pc:picChg chg="add mod">
          <ac:chgData name="Nat Trask" userId="384e9559073622a4" providerId="LiveId" clId="{B4914FED-F8C9-481A-A6D0-DDB97EE09C5D}" dt="2026-08-25T17:15:33.016" v="296" actId="14100"/>
          <ac:picMkLst>
            <pc:docMk/>
            <pc:sldMk cId="1392028045" sldId="4396"/>
            <ac:picMk id="2" creationId="{CB0B23C2-EF00-4540-74C5-CF2ACE9836E9}"/>
          </ac:picMkLst>
        </pc:picChg>
        <pc:picChg chg="add mod">
          <ac:chgData name="Nat Trask" userId="384e9559073622a4" providerId="LiveId" clId="{B4914FED-F8C9-481A-A6D0-DDB97EE09C5D}" dt="2026-08-25T17:16:13.236" v="299" actId="1076"/>
          <ac:picMkLst>
            <pc:docMk/>
            <pc:sldMk cId="1392028045" sldId="4396"/>
            <ac:picMk id="3" creationId="{FDC40441-CE19-6168-3E66-3FEA7785EE1C}"/>
          </ac:picMkLst>
        </pc:picChg>
        <pc:picChg chg="del">
          <ac:chgData name="Nat Trask" userId="384e9559073622a4" providerId="LiveId" clId="{B4914FED-F8C9-481A-A6D0-DDB97EE09C5D}" dt="2026-08-25T17:15:16.485" v="292" actId="478"/>
          <ac:picMkLst>
            <pc:docMk/>
            <pc:sldMk cId="1392028045" sldId="4396"/>
            <ac:picMk id="8194" creationId="{FD41C3B2-7B52-32A5-7DEE-C436709ABB9F}"/>
          </ac:picMkLst>
        </pc:picChg>
        <pc:picChg chg="del">
          <ac:chgData name="Nat Trask" userId="384e9559073622a4" providerId="LiveId" clId="{B4914FED-F8C9-481A-A6D0-DDB97EE09C5D}" dt="2026-08-25T17:15:14.335" v="291" actId="478"/>
          <ac:picMkLst>
            <pc:docMk/>
            <pc:sldMk cId="1392028045" sldId="4396"/>
            <ac:picMk id="8196" creationId="{CE4AAE69-0C2B-53A9-1883-21EAE72D4540}"/>
          </ac:picMkLst>
        </pc:picChg>
        <pc:picChg chg="del">
          <ac:chgData name="Nat Trask" userId="384e9559073622a4" providerId="LiveId" clId="{B4914FED-F8C9-481A-A6D0-DDB97EE09C5D}" dt="2026-08-25T17:15:14.335" v="291" actId="478"/>
          <ac:picMkLst>
            <pc:docMk/>
            <pc:sldMk cId="1392028045" sldId="4396"/>
            <ac:picMk id="8198" creationId="{D35C4637-B18D-DF3C-D41A-F6301506C628}"/>
          </ac:picMkLst>
        </pc:picChg>
      </pc:sldChg>
      <pc:sldChg chg="addSp delSp modSp add mod ord">
        <pc:chgData name="Nat Trask" userId="384e9559073622a4" providerId="LiveId" clId="{B4914FED-F8C9-481A-A6D0-DDB97EE09C5D}" dt="2026-08-25T18:58:06.689" v="1304"/>
        <pc:sldMkLst>
          <pc:docMk/>
          <pc:sldMk cId="353751433" sldId="4397"/>
        </pc:sldMkLst>
        <pc:spChg chg="mod">
          <ac:chgData name="Nat Trask" userId="384e9559073622a4" providerId="LiveId" clId="{B4914FED-F8C9-481A-A6D0-DDB97EE09C5D}" dt="2026-08-25T18:57:38.608" v="1297" actId="6549"/>
          <ac:spMkLst>
            <pc:docMk/>
            <pc:sldMk cId="353751433" sldId="4397"/>
            <ac:spMk id="2" creationId="{3F49254C-8191-41F2-B2E6-6F53955CF968}"/>
          </ac:spMkLst>
        </pc:spChg>
        <pc:spChg chg="del">
          <ac:chgData name="Nat Trask" userId="384e9559073622a4" providerId="LiveId" clId="{B4914FED-F8C9-481A-A6D0-DDB97EE09C5D}" dt="2026-08-25T18:57:36.045" v="1296" actId="478"/>
          <ac:spMkLst>
            <pc:docMk/>
            <pc:sldMk cId="353751433" sldId="4397"/>
            <ac:spMk id="10" creationId="{6B2596CD-6AE0-980D-E323-DC4C076D9EA8}"/>
          </ac:spMkLst>
        </pc:spChg>
        <pc:spChg chg="del">
          <ac:chgData name="Nat Trask" userId="384e9559073622a4" providerId="LiveId" clId="{B4914FED-F8C9-481A-A6D0-DDB97EE09C5D}" dt="2026-08-25T18:57:27.675" v="1295" actId="478"/>
          <ac:spMkLst>
            <pc:docMk/>
            <pc:sldMk cId="353751433" sldId="4397"/>
            <ac:spMk id="11" creationId="{F5AC4A96-4619-1E42-DDE6-5F63521DA329}"/>
          </ac:spMkLst>
        </pc:spChg>
        <pc:spChg chg="del">
          <ac:chgData name="Nat Trask" userId="384e9559073622a4" providerId="LiveId" clId="{B4914FED-F8C9-481A-A6D0-DDB97EE09C5D}" dt="2026-08-25T18:57:27.675" v="1295" actId="478"/>
          <ac:spMkLst>
            <pc:docMk/>
            <pc:sldMk cId="353751433" sldId="4397"/>
            <ac:spMk id="12" creationId="{A9E562E2-ABE7-63A5-D2FB-C173760D1D18}"/>
          </ac:spMkLst>
        </pc:spChg>
        <pc:picChg chg="del">
          <ac:chgData name="Nat Trask" userId="384e9559073622a4" providerId="LiveId" clId="{B4914FED-F8C9-481A-A6D0-DDB97EE09C5D}" dt="2026-08-25T18:57:36.045" v="1296" actId="478"/>
          <ac:picMkLst>
            <pc:docMk/>
            <pc:sldMk cId="353751433" sldId="4397"/>
            <ac:picMk id="6" creationId="{D09E504A-F70E-AFEB-203A-A1B90A434A00}"/>
          </ac:picMkLst>
        </pc:picChg>
        <pc:picChg chg="add mod">
          <ac:chgData name="Nat Trask" userId="384e9559073622a4" providerId="LiveId" clId="{B4914FED-F8C9-481A-A6D0-DDB97EE09C5D}" dt="2026-08-25T18:57:47.732" v="1302" actId="1076"/>
          <ac:picMkLst>
            <pc:docMk/>
            <pc:sldMk cId="353751433" sldId="4397"/>
            <ac:picMk id="7" creationId="{5F0C5FB1-94B1-D09A-67AD-F1E34780CAEF}"/>
          </ac:picMkLst>
        </pc:picChg>
        <pc:picChg chg="del">
          <ac:chgData name="Nat Trask" userId="384e9559073622a4" providerId="LiveId" clId="{B4914FED-F8C9-481A-A6D0-DDB97EE09C5D}" dt="2026-08-25T18:57:27.675" v="1295" actId="478"/>
          <ac:picMkLst>
            <pc:docMk/>
            <pc:sldMk cId="353751433" sldId="4397"/>
            <ac:picMk id="8" creationId="{2B1722C3-D6E5-A315-0658-193C2F41FFA0}"/>
          </ac:picMkLst>
        </pc:picChg>
        <pc:picChg chg="del">
          <ac:chgData name="Nat Trask" userId="384e9559073622a4" providerId="LiveId" clId="{B4914FED-F8C9-481A-A6D0-DDB97EE09C5D}" dt="2026-08-25T18:57:27.675" v="1295" actId="478"/>
          <ac:picMkLst>
            <pc:docMk/>
            <pc:sldMk cId="353751433" sldId="4397"/>
            <ac:picMk id="9" creationId="{D958FC77-4A46-BD56-B199-CDC2A0F99C51}"/>
          </ac:picMkLst>
        </pc:picChg>
        <pc:picChg chg="del">
          <ac:chgData name="Nat Trask" userId="384e9559073622a4" providerId="LiveId" clId="{B4914FED-F8C9-481A-A6D0-DDB97EE09C5D}" dt="2026-08-25T18:57:27.675" v="1295" actId="478"/>
          <ac:picMkLst>
            <pc:docMk/>
            <pc:sldMk cId="353751433" sldId="4397"/>
            <ac:picMk id="6146" creationId="{EB3CBA56-DE21-BE43-D297-790B16A661F3}"/>
          </ac:picMkLst>
        </pc:picChg>
      </pc:sldChg>
      <pc:sldChg chg="addSp delSp modSp add mod">
        <pc:chgData name="Nat Trask" userId="384e9559073622a4" providerId="LiveId" clId="{B4914FED-F8C9-481A-A6D0-DDB97EE09C5D}" dt="2026-08-25T19:06:39.949" v="1591" actId="1076"/>
        <pc:sldMkLst>
          <pc:docMk/>
          <pc:sldMk cId="3239539184" sldId="4398"/>
        </pc:sldMkLst>
        <pc:spChg chg="add del mod">
          <ac:chgData name="Nat Trask" userId="384e9559073622a4" providerId="LiveId" clId="{B4914FED-F8C9-481A-A6D0-DDB97EE09C5D}" dt="2026-08-25T19:05:13.270" v="1562" actId="1076"/>
          <ac:spMkLst>
            <pc:docMk/>
            <pc:sldMk cId="3239539184" sldId="4398"/>
            <ac:spMk id="5" creationId="{F45F4723-3CFB-C3BC-91DF-DBE17F531665}"/>
          </ac:spMkLst>
        </pc:spChg>
        <pc:spChg chg="add mod">
          <ac:chgData name="Nat Trask" userId="384e9559073622a4" providerId="LiveId" clId="{B4914FED-F8C9-481A-A6D0-DDB97EE09C5D}" dt="2026-08-25T19:05:13.270" v="1562" actId="1076"/>
          <ac:spMkLst>
            <pc:docMk/>
            <pc:sldMk cId="3239539184" sldId="4398"/>
            <ac:spMk id="7" creationId="{6E33FCBA-DA20-D9DE-4069-48A146378AAB}"/>
          </ac:spMkLst>
        </pc:spChg>
        <pc:spChg chg="add del">
          <ac:chgData name="Nat Trask" userId="384e9559073622a4" providerId="LiveId" clId="{B4914FED-F8C9-481A-A6D0-DDB97EE09C5D}" dt="2026-08-25T19:00:04.926" v="1316" actId="478"/>
          <ac:spMkLst>
            <pc:docMk/>
            <pc:sldMk cId="3239539184" sldId="4398"/>
            <ac:spMk id="8" creationId="{2C264F12-F0F9-7C4B-9E4E-1D82DE1C7AC5}"/>
          </ac:spMkLst>
        </pc:spChg>
        <pc:spChg chg="add mod">
          <ac:chgData name="Nat Trask" userId="384e9559073622a4" providerId="LiveId" clId="{B4914FED-F8C9-481A-A6D0-DDB97EE09C5D}" dt="2026-08-25T19:05:13.270" v="1562" actId="1076"/>
          <ac:spMkLst>
            <pc:docMk/>
            <pc:sldMk cId="3239539184" sldId="4398"/>
            <ac:spMk id="11" creationId="{5A845267-63D1-924E-2020-6F2CF1007376}"/>
          </ac:spMkLst>
        </pc:spChg>
        <pc:spChg chg="add del mod">
          <ac:chgData name="Nat Trask" userId="384e9559073622a4" providerId="LiveId" clId="{B4914FED-F8C9-481A-A6D0-DDB97EE09C5D}" dt="2026-08-25T19:02:38.275" v="1532" actId="22"/>
          <ac:spMkLst>
            <pc:docMk/>
            <pc:sldMk cId="3239539184" sldId="4398"/>
            <ac:spMk id="13" creationId="{10F56E61-70D7-162B-22BD-899E9D48AC9C}"/>
          </ac:spMkLst>
        </pc:spChg>
        <pc:spChg chg="mod">
          <ac:chgData name="Nat Trask" userId="384e9559073622a4" providerId="LiveId" clId="{B4914FED-F8C9-481A-A6D0-DDB97EE09C5D}" dt="2026-08-25T19:05:06.948" v="1561" actId="1076"/>
          <ac:spMkLst>
            <pc:docMk/>
            <pc:sldMk cId="3239539184" sldId="4398"/>
            <ac:spMk id="16" creationId="{AED2D46A-683C-F76D-6327-C8DA3BFCF9FA}"/>
          </ac:spMkLst>
        </pc:spChg>
        <pc:spChg chg="add mod">
          <ac:chgData name="Nat Trask" userId="384e9559073622a4" providerId="LiveId" clId="{B4914FED-F8C9-481A-A6D0-DDB97EE09C5D}" dt="2026-08-25T19:06:20.348" v="1575" actId="2085"/>
          <ac:spMkLst>
            <pc:docMk/>
            <pc:sldMk cId="3239539184" sldId="4398"/>
            <ac:spMk id="19" creationId="{678785CD-426C-08EC-1E19-B9CAC28F1BAC}"/>
          </ac:spMkLst>
        </pc:spChg>
        <pc:spChg chg="add mod">
          <ac:chgData name="Nat Trask" userId="384e9559073622a4" providerId="LiveId" clId="{B4914FED-F8C9-481A-A6D0-DDB97EE09C5D}" dt="2026-08-25T19:06:39.949" v="1591" actId="1076"/>
          <ac:spMkLst>
            <pc:docMk/>
            <pc:sldMk cId="3239539184" sldId="4398"/>
            <ac:spMk id="21" creationId="{6134C262-2701-5487-A54C-EDC47BB11610}"/>
          </ac:spMkLst>
        </pc:spChg>
        <pc:picChg chg="add del">
          <ac:chgData name="Nat Trask" userId="384e9559073622a4" providerId="LiveId" clId="{B4914FED-F8C9-481A-A6D0-DDB97EE09C5D}" dt="2026-08-25T19:00:04.926" v="1316" actId="478"/>
          <ac:picMkLst>
            <pc:docMk/>
            <pc:sldMk cId="3239539184" sldId="4398"/>
            <ac:picMk id="6" creationId="{DAEF2710-619F-EB4D-4ED9-DA4B75F08D91}"/>
          </ac:picMkLst>
        </pc:picChg>
        <pc:picChg chg="add del">
          <ac:chgData name="Nat Trask" userId="384e9559073622a4" providerId="LiveId" clId="{B4914FED-F8C9-481A-A6D0-DDB97EE09C5D}" dt="2026-08-25T19:00:04.926" v="1316" actId="478"/>
          <ac:picMkLst>
            <pc:docMk/>
            <pc:sldMk cId="3239539184" sldId="4398"/>
            <ac:picMk id="10" creationId="{908B1626-51BF-DAB2-B9AA-BDBAF567058D}"/>
          </ac:picMkLst>
        </pc:picChg>
        <pc:picChg chg="add mod">
          <ac:chgData name="Nat Trask" userId="384e9559073622a4" providerId="LiveId" clId="{B4914FED-F8C9-481A-A6D0-DDB97EE09C5D}" dt="2026-08-25T19:05:41.950" v="1566" actId="27614"/>
          <ac:picMkLst>
            <pc:docMk/>
            <pc:sldMk cId="3239539184" sldId="4398"/>
            <ac:picMk id="15" creationId="{31102DC1-B361-E7C9-7CB2-761A753E1873}"/>
          </ac:picMkLst>
        </pc:picChg>
        <pc:picChg chg="add mod">
          <ac:chgData name="Nat Trask" userId="384e9559073622a4" providerId="LiveId" clId="{B4914FED-F8C9-481A-A6D0-DDB97EE09C5D}" dt="2026-08-25T19:06:12.517" v="1572" actId="962"/>
          <ac:picMkLst>
            <pc:docMk/>
            <pc:sldMk cId="3239539184" sldId="4398"/>
            <ac:picMk id="18" creationId="{82ABCEAD-0016-82C6-C15B-D8D8673E15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EE30B-A106-480B-B9C8-4FDB5B7D040A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5A8B5-C564-4A16-A543-DA68EFAD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B9440C-1295-9350-41A3-E27870504F64}"/>
              </a:ext>
            </a:extLst>
          </p:cNvPr>
          <p:cNvSpPr/>
          <p:nvPr userDrawn="1"/>
        </p:nvSpPr>
        <p:spPr>
          <a:xfrm>
            <a:off x="0" y="6521668"/>
            <a:ext cx="10204231" cy="336331"/>
          </a:xfrm>
          <a:prstGeom prst="rect">
            <a:avLst/>
          </a:prstGeom>
          <a:solidFill>
            <a:srgbClr val="011F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0BCBA59-9AB2-CD5A-AE2B-77840F79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02124"/>
            <a:ext cx="2743200" cy="365125"/>
          </a:xfrm>
          <a:prstGeom prst="rect">
            <a:avLst/>
          </a:prstGeom>
        </p:spPr>
        <p:txBody>
          <a:bodyPr/>
          <a:lstStyle/>
          <a:p>
            <a:fld id="{0F5D7E86-2095-49DD-9534-6F9A73FD01F1}" type="datetime1">
              <a:rPr lang="en-US" smtClean="0"/>
              <a:t>8/25/2026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419597-0D6D-5602-C4EF-03E36A62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2642" y="650727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D793AB5-86D1-8147-234A-B27BAB67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/>
          <a:lstStyle/>
          <a:p>
            <a:fld id="{A1A6707E-744E-4E78-8A21-5E48420B6F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2B8D4C-0792-BA49-5CB0-22AA9291C64B}"/>
              </a:ext>
            </a:extLst>
          </p:cNvPr>
          <p:cNvSpPr/>
          <p:nvPr userDrawn="1"/>
        </p:nvSpPr>
        <p:spPr>
          <a:xfrm>
            <a:off x="9480331" y="6521669"/>
            <a:ext cx="2711669" cy="336331"/>
          </a:xfrm>
          <a:prstGeom prst="rect">
            <a:avLst/>
          </a:prstGeom>
          <a:solidFill>
            <a:srgbClr val="97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6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39783-EE89-92B0-3E93-F73332C9FE31}"/>
              </a:ext>
            </a:extLst>
          </p:cNvPr>
          <p:cNvSpPr/>
          <p:nvPr userDrawn="1"/>
        </p:nvSpPr>
        <p:spPr>
          <a:xfrm>
            <a:off x="0" y="6521668"/>
            <a:ext cx="10204231" cy="336331"/>
          </a:xfrm>
          <a:prstGeom prst="rect">
            <a:avLst/>
          </a:prstGeom>
          <a:solidFill>
            <a:srgbClr val="011F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60F5D8-A6B0-1592-4915-8E4C9D6C3AE1}"/>
              </a:ext>
            </a:extLst>
          </p:cNvPr>
          <p:cNvSpPr/>
          <p:nvPr userDrawn="1"/>
        </p:nvSpPr>
        <p:spPr>
          <a:xfrm>
            <a:off x="9480331" y="6521669"/>
            <a:ext cx="2711669" cy="336331"/>
          </a:xfrm>
          <a:prstGeom prst="rect">
            <a:avLst/>
          </a:prstGeom>
          <a:solidFill>
            <a:srgbClr val="97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8E744-AD70-DE1A-6F16-DD107736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A1A6707E-744E-4E78-8A21-5E48420B6F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CC34C-D4AF-FF6A-8E29-D50246202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570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6A00D-E21C-22EE-27FC-48ED99C9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15701"/>
            <a:ext cx="2743200" cy="365125"/>
          </a:xfrm>
          <a:prstGeom prst="rect">
            <a:avLst/>
          </a:prstGeom>
        </p:spPr>
        <p:txBody>
          <a:bodyPr/>
          <a:lstStyle/>
          <a:p>
            <a:fld id="{2A616D11-3496-4C11-B54D-7B160FC1FDB3}" type="datetime1">
              <a:rPr lang="en-US" smtClean="0"/>
              <a:t>8/25/2026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52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413A5-4FF5-C32C-2FAA-66CAD3B54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21997"/>
            <a:ext cx="2743200" cy="365125"/>
          </a:xfrm>
          <a:prstGeom prst="rect">
            <a:avLst/>
          </a:prstGeom>
        </p:spPr>
        <p:txBody>
          <a:bodyPr/>
          <a:lstStyle/>
          <a:p>
            <a:fld id="{B61C7B37-49D6-4ED0-9687-F2E016132632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6E173-C362-39A4-8047-11969AD6D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49414" y="6492874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0AC97-7FE7-228E-7D2A-A4F8FDAC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3469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A1A6707E-744E-4E78-8A21-5E48420B6F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33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CE8A-31DC-E158-82AC-9B2C9042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4C79B-683A-4C41-EAE6-14300D8AD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8ED00-031C-8F88-A435-25A5613F1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148C8-255F-10CB-500B-CCC071EE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D167EA-D8F6-44C9-B24C-6CFAF12AEB3A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6B467-3F10-ED2E-7F90-5110CCC8B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45BD3-9C05-6D87-7C20-81C08456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A6707E-744E-4E78-8A21-5E48420B6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82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A689-5AF9-C191-F105-EBF9FA28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37907-A34E-521A-3C8C-F69009203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34640-6674-A8F9-B862-87F1615D9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84CAC5-DAE4-6133-37FD-312863E2A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0406B-0884-6FD6-7253-FF03203A54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C323E-E770-A22D-D1CF-D70B49FA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F6905C9-D908-485E-BFFF-4EA8ECAC1FE5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649129-9190-F9E0-DEF6-7E81D7E7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1FB9D-004A-6DD1-3E7D-8DE34EC86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A6707E-744E-4E78-8A21-5E48420B6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8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7C22-844D-2611-7754-0984262D2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6CAEE-B994-23FA-DD00-CDE05FA8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A4D2287-CC13-4461-8013-39EFF1B42489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CE269-2699-C850-CB62-5032563E1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3F6D3-250F-82C7-3B84-39CFC101A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A6707E-744E-4E78-8A21-5E48420B6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335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71578D-4886-336C-AEF2-5F718C81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8DF42E8-D329-46E3-A4F8-FCFC719AFB79}" type="datetime1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122D83-9277-A24D-323E-F08BB2E7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ADB21-033F-5C5B-9186-2970FD0E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A6707E-744E-4E78-8A21-5E48420B6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52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29721-1C79-5253-46FF-FF8F470B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70C5E-2D84-90C7-0391-A3ED2A103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859D9-E9A2-2107-5F06-5F7043517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2BF8F-65A3-B986-DA13-BC33943CFE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86D4F5-5985-4FE8-9DFD-008CDAF625F2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E1B41-B97A-A76E-F1E8-2D172FE2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5AE90-81D5-CB3C-3785-B418DABF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A6707E-744E-4E78-8A21-5E48420B6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57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A1C0C-F939-9989-3588-F5024064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E17AFA-7EBD-BA3A-37B8-D457F048C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EDF9-06CB-3673-9D51-1983E8913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5E713-D817-9939-FF74-F7710C40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632C6-2B57-443F-A6BF-3C50DDE28F09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F21E-226D-ED67-44ED-1CD93095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09227-A190-ED9F-719D-A6530D08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A6707E-744E-4E78-8A21-5E48420B6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68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DB9E-D75F-561F-D0F4-C586279E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A5527-BAC2-979A-0475-270A56FDE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89A26-ACDC-9B95-A42A-1B807755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19E7DBD-1537-427C-A3C2-A80BFDDCEDA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790A8-2A40-37A0-2E0D-BF45F1792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05E7C-3190-5276-0111-F9A067114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A6707E-744E-4E78-8A21-5E48420B6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19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7EEFDF-5423-F97B-30DC-FE89714FA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DE5A3-17AF-3AB1-901A-CFBD2EA225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5D484-9AF6-87B6-37D4-E7DDF240D4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C6EDB22-CF19-429E-B676-1E058ABA0B2A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2385E-FC2C-00DB-004D-ADD2F2160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A07D9-479C-7324-1E01-F0939AC1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1A6707E-744E-4E78-8A21-5E48420B6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70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9733" y="6166934"/>
            <a:ext cx="2844800" cy="476250"/>
          </a:xfrm>
          <a:ln/>
        </p:spPr>
        <p:txBody>
          <a:bodyPr/>
          <a:lstStyle>
            <a:lvl1pPr>
              <a:defRPr>
                <a:latin typeface="Calibri"/>
                <a:cs typeface="Calibri"/>
              </a:defRPr>
            </a:lvl1pPr>
          </a:lstStyle>
          <a:p>
            <a:fld id="{C9CA6C2B-6061-6F46-BF6B-C0454CDDAB35}" type="datetime1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E55A7B-7854-E145-92D9-B491DF4BAE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540" y="6519332"/>
            <a:ext cx="3860800" cy="2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  <a:latin typeface="Calibri"/>
                <a:cs typeface="Calibri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EAD20A-31B9-D820-F461-5D5F6C810F2C}"/>
              </a:ext>
            </a:extLst>
          </p:cNvPr>
          <p:cNvSpPr/>
          <p:nvPr userDrawn="1"/>
        </p:nvSpPr>
        <p:spPr>
          <a:xfrm>
            <a:off x="0" y="6521668"/>
            <a:ext cx="10204231" cy="336331"/>
          </a:xfrm>
          <a:prstGeom prst="rect">
            <a:avLst/>
          </a:prstGeom>
          <a:solidFill>
            <a:srgbClr val="011F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140DDB-7499-94E4-17B5-033F598ECA86}"/>
              </a:ext>
            </a:extLst>
          </p:cNvPr>
          <p:cNvSpPr/>
          <p:nvPr userDrawn="1"/>
        </p:nvSpPr>
        <p:spPr>
          <a:xfrm>
            <a:off x="9480331" y="6521669"/>
            <a:ext cx="2711669" cy="336331"/>
          </a:xfrm>
          <a:prstGeom prst="rect">
            <a:avLst/>
          </a:prstGeom>
          <a:solidFill>
            <a:srgbClr val="97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B7B143-4C36-2F71-86FC-CEDEF5396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algn="r"/>
            <a:fld id="{A1A6707E-744E-4E78-8A21-5E48420B6F0A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5D640D1-BCE6-BD3D-994F-0DD604078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15701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BCA501C-6711-9820-DC69-29F19F76B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1570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AF5EA022-2056-41DB-90B0-C237346B23EB}" type="datetime1">
              <a:rPr lang="en-US" smtClean="0"/>
              <a:t>8/25/2026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forms.gle/Umy16mfbfLs4cYU9A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uxT-VmY3OWc?feature=oembe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y.matterport.com/show/?m=gsuXqJ5uajH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y.matterport.com/show/?m=JLob7VDyDof" TargetMode="Externa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natrask.github.io/engr1050-fall2026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hyperlink" Target="https://canvas.upenn.edu/courses/1950130/assignments/syllabu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1zNY3XZ6xmdx7RgbOxD9w8cyQonacSs61ylEpdJ9yEyY/edit#responses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EF4B42-EE17-2D7E-2B03-882B1C938772}"/>
              </a:ext>
            </a:extLst>
          </p:cNvPr>
          <p:cNvSpPr txBox="1"/>
          <p:nvPr/>
        </p:nvSpPr>
        <p:spPr>
          <a:xfrm>
            <a:off x="206112" y="570354"/>
            <a:ext cx="1146962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rgbClr val="002060"/>
                </a:solidFill>
                <a:latin typeface="-apple-system"/>
              </a:rPr>
              <a:t>Introduction to Scientific Computing</a:t>
            </a:r>
          </a:p>
          <a:p>
            <a:pPr algn="r"/>
            <a:r>
              <a:rPr lang="en-US" sz="2400" b="1" dirty="0">
                <a:solidFill>
                  <a:srgbClr val="002060"/>
                </a:solidFill>
                <a:latin typeface="-apple-system"/>
              </a:rPr>
              <a:t>ENGR1050 – Lecture 1</a:t>
            </a:r>
          </a:p>
          <a:p>
            <a:pPr algn="r"/>
            <a:r>
              <a:rPr lang="en-US" sz="2400" b="1" dirty="0">
                <a:solidFill>
                  <a:srgbClr val="002060"/>
                </a:solidFill>
                <a:latin typeface="-apple-system"/>
              </a:rPr>
              <a:t>Fall 2025</a:t>
            </a:r>
            <a:endParaRPr lang="en-US" sz="4000" b="1" dirty="0">
              <a:solidFill>
                <a:srgbClr val="C00000"/>
              </a:solidFill>
            </a:endParaRP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Nat Trask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University of Pennsylvania</a:t>
            </a:r>
          </a:p>
          <a:p>
            <a:pPr algn="just"/>
            <a:endParaRPr lang="en-US" sz="4000" b="1" dirty="0">
              <a:solidFill>
                <a:srgbClr val="C00000"/>
              </a:solidFill>
            </a:endParaRPr>
          </a:p>
        </p:txBody>
      </p:sp>
      <p:pic>
        <p:nvPicPr>
          <p:cNvPr id="7" name="Picture 2" descr="Download Penn Logos | Penn Brand Standards">
            <a:extLst>
              <a:ext uri="{FF2B5EF4-FFF2-40B4-BE49-F238E27FC236}">
                <a16:creationId xmlns:a16="http://schemas.microsoft.com/office/drawing/2014/main" id="{39AEA0B6-3E6B-B71F-2B8E-226785E37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251" y="4947972"/>
            <a:ext cx="2314219" cy="154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QR Code for Course Website">
            <a:extLst>
              <a:ext uri="{FF2B5EF4-FFF2-40B4-BE49-F238E27FC236}">
                <a16:creationId xmlns:a16="http://schemas.microsoft.com/office/drawing/2014/main" id="{71437FD9-69CB-EABC-FEC5-C564D0C31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80" y="2011075"/>
            <a:ext cx="4332668" cy="433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67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EC5DB-D0D2-D844-4444-A055F1FE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8D07-6EC9-5956-A236-AED69C15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50B7F0-E018-CDEA-4D7A-80FBF1BF8341}"/>
              </a:ext>
            </a:extLst>
          </p:cNvPr>
          <p:cNvSpPr txBox="1"/>
          <p:nvPr/>
        </p:nvSpPr>
        <p:spPr>
          <a:xfrm>
            <a:off x="-391096" y="364886"/>
            <a:ext cx="441584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-apple-system"/>
              </a:rPr>
              <a:t>Computing</a:t>
            </a:r>
            <a:endParaRPr lang="en-US" sz="4000" b="1" dirty="0">
              <a:solidFill>
                <a:srgbClr val="C00000"/>
              </a:solidFill>
            </a:endParaRP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What is it</a:t>
            </a:r>
          </a:p>
          <a:p>
            <a:pPr algn="ctr"/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6C9B9E2-3A0F-28F5-EAAE-7E105F0C9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pPr algn="r"/>
            <a:fld id="{A5E55A7B-7854-E145-92D9-B491DF4BAE2D}" type="slidenum">
              <a:rPr lang="en-US" smtClean="0"/>
              <a:pPr algn="r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486BA-9488-9CF2-27BF-8CFADCCDC3B5}"/>
              </a:ext>
            </a:extLst>
          </p:cNvPr>
          <p:cNvSpPr txBox="1"/>
          <p:nvPr/>
        </p:nvSpPr>
        <p:spPr>
          <a:xfrm>
            <a:off x="3220964" y="2029025"/>
            <a:ext cx="44158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002060"/>
                </a:solidFill>
                <a:effectLst/>
                <a:latin typeface="-apple-system"/>
              </a:rPr>
              <a:t>Course Organization</a:t>
            </a:r>
            <a:endParaRPr lang="en-US" sz="4000" b="1" dirty="0">
              <a:solidFill>
                <a:srgbClr val="C00000"/>
              </a:solidFill>
            </a:endParaRP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Syllabus, Schedule, Gameplan</a:t>
            </a:r>
          </a:p>
          <a:p>
            <a:pPr algn="ctr"/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78B47-1D4F-B2C9-425B-1052719ECFEA}"/>
              </a:ext>
            </a:extLst>
          </p:cNvPr>
          <p:cNvSpPr txBox="1"/>
          <p:nvPr/>
        </p:nvSpPr>
        <p:spPr>
          <a:xfrm>
            <a:off x="7732327" y="3729825"/>
            <a:ext cx="44158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002060"/>
                </a:solidFill>
                <a:effectLst/>
                <a:latin typeface="-apple-system"/>
              </a:rPr>
              <a:t>Hello World</a:t>
            </a:r>
            <a:endParaRPr lang="en-US" sz="4000" b="1" dirty="0">
              <a:solidFill>
                <a:srgbClr val="C00000"/>
              </a:solidFill>
            </a:endParaRP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Submit a dummy assignment to make sure you have a working environment</a:t>
            </a:r>
          </a:p>
          <a:p>
            <a:pPr algn="ctr"/>
            <a:endParaRPr lang="en-US" sz="4000" b="1" dirty="0">
              <a:solidFill>
                <a:srgbClr val="C00000"/>
              </a:solidFill>
            </a:endParaRPr>
          </a:p>
        </p:txBody>
      </p:sp>
      <p:pic>
        <p:nvPicPr>
          <p:cNvPr id="3074" name="Picture 2" descr="Pepe Silvia. – Heisenberg Report">
            <a:extLst>
              <a:ext uri="{FF2B5EF4-FFF2-40B4-BE49-F238E27FC236}">
                <a16:creationId xmlns:a16="http://schemas.microsoft.com/office/drawing/2014/main" id="{CB295B3B-3F5E-C326-C3DB-FFB6B1F1D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9012" y="0"/>
            <a:ext cx="2912988" cy="1716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0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BDD48-96CA-49E4-7B4F-840C1656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A6368-8216-CBB7-03C4-3FB59B09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B96932-2E9E-C232-892F-FF6CE81C3804}"/>
              </a:ext>
            </a:extLst>
          </p:cNvPr>
          <p:cNvSpPr txBox="1"/>
          <p:nvPr/>
        </p:nvSpPr>
        <p:spPr>
          <a:xfrm>
            <a:off x="3220645" y="2753411"/>
            <a:ext cx="6281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002060"/>
                </a:solidFill>
                <a:effectLst/>
                <a:latin typeface="-apple-system"/>
              </a:rPr>
              <a:t>Who am I?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E731F37-148C-1420-F50C-A95BAC27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pPr algn="r"/>
            <a:fld id="{A5E55A7B-7854-E145-92D9-B491DF4BAE2D}" type="slidenum">
              <a:rPr lang="en-US" smtClean="0"/>
              <a:pPr algn="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DE813-EEE3-AD97-98DB-7AAEEF80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7B87142-AA79-1075-FA8E-497427208DCA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About me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FC09BBC-E2AD-9743-D059-061A923D7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D3E4A4E-3E68-3965-7E5F-CF0C0C8CAAB2}"/>
              </a:ext>
            </a:extLst>
          </p:cNvPr>
          <p:cNvSpPr txBox="1">
            <a:spLocks/>
          </p:cNvSpPr>
          <p:nvPr/>
        </p:nvSpPr>
        <p:spPr>
          <a:xfrm>
            <a:off x="1732791" y="1182778"/>
            <a:ext cx="7611486" cy="4976191"/>
          </a:xfr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I joined Penn as an Associate Prof in August 2023</a:t>
            </a:r>
            <a:br>
              <a:rPr lang="en-US" sz="2400" dirty="0"/>
            </a:br>
            <a:endParaRPr lang="en-US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I was senior staff at Sandia National Laboratories 2016-2023, and hold a joint faculty appointment still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I earned my Ph.D. in Applied Mathematics at Brown University in 2015, and hold dual Bachelor degrees in Mechanical Engineering and Applied Mathematics from University of Massachusetts.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I’ve run a consulting simulation business since 2010.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My research focuses on integrating AI/ML with simulation to predict extreme physics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FDF531-F907-94FF-948A-6FE148C9E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66" y="1182778"/>
            <a:ext cx="645840" cy="724075"/>
          </a:xfrm>
          <a:prstGeom prst="rect">
            <a:avLst/>
          </a:prstGeom>
        </p:spPr>
      </p:pic>
      <p:pic>
        <p:nvPicPr>
          <p:cNvPr id="18" name="Picture 2" descr="Brown University">
            <a:extLst>
              <a:ext uri="{FF2B5EF4-FFF2-40B4-BE49-F238E27FC236}">
                <a16:creationId xmlns:a16="http://schemas.microsoft.com/office/drawing/2014/main" id="{C8664C85-34B9-5FFA-8816-9BC5712CB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83" y="2820786"/>
            <a:ext cx="1077005" cy="1077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Sandia National Labs">
            <a:extLst>
              <a:ext uri="{FF2B5EF4-FFF2-40B4-BE49-F238E27FC236}">
                <a16:creationId xmlns:a16="http://schemas.microsoft.com/office/drawing/2014/main" id="{299FB524-45E0-E824-F1FB-420233B37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66" y="2001782"/>
            <a:ext cx="724075" cy="7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University of Massachusetts (AMHERST ...">
            <a:extLst>
              <a:ext uri="{FF2B5EF4-FFF2-40B4-BE49-F238E27FC236}">
                <a16:creationId xmlns:a16="http://schemas.microsoft.com/office/drawing/2014/main" id="{03F9CF69-3058-4B81-CA81-9D9836EC9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93" y="3897791"/>
            <a:ext cx="716584" cy="71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84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E386-87AA-9C8A-9B69-6C046410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4BA26-76EF-3E31-7890-8083C46E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4C3DE3B-3AFE-4C7D-309B-3FB5CD7063D7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What is a national laboratory?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5391A73-C184-5825-40B2-411A3E0D3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82F0BD-51E7-B4E6-2812-FE811AC22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032" y="727588"/>
            <a:ext cx="6647935" cy="49859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3F79E1-B0DB-B2C7-73D9-D62F58C37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491"/>
            <a:ext cx="4374292" cy="232685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BE987C-BF1D-732C-686B-7F31166C1AFC}"/>
              </a:ext>
            </a:extLst>
          </p:cNvPr>
          <p:cNvCxnSpPr>
            <a:cxnSpLocks/>
          </p:cNvCxnSpPr>
          <p:nvPr/>
        </p:nvCxnSpPr>
        <p:spPr>
          <a:xfrm flipH="1" flipV="1">
            <a:off x="5824152" y="4156589"/>
            <a:ext cx="790831" cy="1797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7125D0-369A-8FF3-1641-1509DA1A91D0}"/>
              </a:ext>
            </a:extLst>
          </p:cNvPr>
          <p:cNvSpPr txBox="1"/>
          <p:nvPr/>
        </p:nvSpPr>
        <p:spPr>
          <a:xfrm>
            <a:off x="6738551" y="5892712"/>
            <a:ext cx="2262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Sandia Albuquerque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E16D6A-D6CF-4C7D-508A-032EE821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97" y="2075935"/>
            <a:ext cx="2286000" cy="2100649"/>
          </a:xfrm>
        </p:spPr>
        <p:txBody>
          <a:bodyPr/>
          <a:lstStyle/>
          <a:p>
            <a:pPr algn="ctr"/>
            <a:r>
              <a:rPr lang="en-US" sz="3200" dirty="0"/>
              <a:t>Department of Energy and the National Lab Complex</a:t>
            </a:r>
          </a:p>
        </p:txBody>
      </p:sp>
      <p:pic>
        <p:nvPicPr>
          <p:cNvPr id="9218" name="Picture 2" descr="Oppenheimer' Review: Cillian Murphy in ...">
            <a:extLst>
              <a:ext uri="{FF2B5EF4-FFF2-40B4-BE49-F238E27FC236}">
                <a16:creationId xmlns:a16="http://schemas.microsoft.com/office/drawing/2014/main" id="{3A6D085C-C6DA-0B6B-968A-69538921A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7528" y="2487151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259AC0-69C2-D214-E3E2-0CEDA99D85DD}"/>
              </a:ext>
            </a:extLst>
          </p:cNvPr>
          <p:cNvSpPr txBox="1"/>
          <p:nvPr/>
        </p:nvSpPr>
        <p:spPr>
          <a:xfrm>
            <a:off x="9351655" y="4732376"/>
            <a:ext cx="26597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Funders of science in US: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DoD $120B/yr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NIH $33B/yr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DoE $19B/yr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NSF $8B/yr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(2023 numbers)</a:t>
            </a:r>
          </a:p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74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86F83-DDEB-4EC1-9E65-B716A6A57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CAE2A-8CCA-5F5C-81EC-8468D49D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8A96BD-63BD-1131-6B5C-B4177B707866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My research: AI/ML for extreme physics systems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30CD860-D22B-B16F-7702-E7503AC51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EF99F0-76D6-7EAF-787C-4F36A2277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34" y="2978575"/>
            <a:ext cx="11155332" cy="354379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759CB79-E264-4503-1775-E99F27FAD8D9}"/>
              </a:ext>
            </a:extLst>
          </p:cNvPr>
          <p:cNvGrpSpPr/>
          <p:nvPr/>
        </p:nvGrpSpPr>
        <p:grpSpPr>
          <a:xfrm>
            <a:off x="2444206" y="621014"/>
            <a:ext cx="7378220" cy="2310966"/>
            <a:chOff x="178853" y="910082"/>
            <a:chExt cx="11830267" cy="347119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6D4F084-CEC8-770D-70D3-C133B7D4F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5198" y="2856804"/>
              <a:ext cx="2219048" cy="152446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49699FD-A252-5DCA-296B-8704F65CE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8853" y="924034"/>
              <a:ext cx="3621316" cy="337017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F0E85B-D077-7696-64B0-709584AE93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711"/>
            <a:stretch/>
          </p:blipFill>
          <p:spPr>
            <a:xfrm>
              <a:off x="3985562" y="910082"/>
              <a:ext cx="3718321" cy="181412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EEEF550-0D8B-F5E8-609E-655EDF047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18830" y="1003928"/>
              <a:ext cx="4190290" cy="32114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7282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BF61F-5452-564C-2049-CDA63CDB0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5634-DA0D-E70C-B96F-52C6BADF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606EE-6E41-B28C-0198-DEBCC3E5AB0D}"/>
              </a:ext>
            </a:extLst>
          </p:cNvPr>
          <p:cNvSpPr txBox="1"/>
          <p:nvPr/>
        </p:nvSpPr>
        <p:spPr>
          <a:xfrm>
            <a:off x="3244242" y="1756420"/>
            <a:ext cx="628121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002060"/>
                </a:solidFill>
                <a:effectLst/>
                <a:latin typeface="-apple-system"/>
              </a:rPr>
              <a:t>Who are you?</a:t>
            </a:r>
          </a:p>
          <a:p>
            <a:pPr algn="ctr"/>
            <a:r>
              <a:rPr lang="en-US" sz="1200" b="1" dirty="0">
                <a:solidFill>
                  <a:srgbClr val="C00000"/>
                </a:solidFill>
                <a:hlinkClick r:id="rId2"/>
              </a:rPr>
              <a:t>https://forms.gle/Umy16mfbfLs4cYU9A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8576644-5BBF-1007-85DB-8C6306C53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pPr algn="r"/>
            <a:fld id="{A5E55A7B-7854-E145-92D9-B491DF4BAE2D}" type="slidenum">
              <a:rPr lang="en-US" smtClean="0"/>
              <a:pPr algn="r"/>
              <a:t>7</a:t>
            </a:fld>
            <a:endParaRPr lang="en-US"/>
          </a:p>
        </p:txBody>
      </p:sp>
      <p:pic>
        <p:nvPicPr>
          <p:cNvPr id="6" name="Picture 5" descr="A black QR code depicting a simple, cartoonish dinosaur silhouette.&#10;&#10;AI-generated content may be incorrect.">
            <a:extLst>
              <a:ext uri="{FF2B5EF4-FFF2-40B4-BE49-F238E27FC236}">
                <a16:creationId xmlns:a16="http://schemas.microsoft.com/office/drawing/2014/main" id="{65F2DB14-1787-374C-9C38-1E6DF0F6C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463" y="2870915"/>
            <a:ext cx="3123529" cy="312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17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BDD48-96CA-49E4-7B4F-840C1656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A6368-8216-CBB7-03C4-3FB59B09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B96932-2E9E-C232-892F-FF6CE81C3804}"/>
              </a:ext>
            </a:extLst>
          </p:cNvPr>
          <p:cNvSpPr txBox="1"/>
          <p:nvPr/>
        </p:nvSpPr>
        <p:spPr>
          <a:xfrm>
            <a:off x="3244242" y="1756420"/>
            <a:ext cx="62812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002060"/>
                </a:solidFill>
                <a:effectLst/>
                <a:latin typeface="-apple-system"/>
              </a:rPr>
              <a:t>Wh</a:t>
            </a:r>
            <a:r>
              <a:rPr lang="en-US" sz="4000" b="1" dirty="0">
                <a:solidFill>
                  <a:srgbClr val="002060"/>
                </a:solidFill>
                <a:latin typeface="-apple-system"/>
              </a:rPr>
              <a:t>at is scientific computing, and why are we learning how to do it?</a:t>
            </a:r>
          </a:p>
          <a:p>
            <a:pPr algn="ctr"/>
            <a:endParaRPr lang="en-US" sz="4000" b="1" dirty="0">
              <a:solidFill>
                <a:srgbClr val="002060"/>
              </a:solidFill>
              <a:latin typeface="-apple-system"/>
            </a:endParaRPr>
          </a:p>
          <a:p>
            <a:pPr algn="ctr"/>
            <a:r>
              <a:rPr lang="en-US" sz="2000" b="1" dirty="0">
                <a:solidFill>
                  <a:srgbClr val="C00000"/>
                </a:solidFill>
                <a:latin typeface="-apple-system"/>
              </a:rPr>
              <a:t>(It is not the same as normal computing)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E731F37-148C-1420-F50C-A95BAC27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pPr algn="r"/>
            <a:fld id="{A5E55A7B-7854-E145-92D9-B491DF4BAE2D}" type="slidenum">
              <a:rPr lang="en-US" smtClean="0"/>
              <a:pPr algn="r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AC6F-A574-C93C-A09D-3C6B43699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9FD63-5FBF-A122-9043-896F6F1D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D58AC6-0A87-6678-60B3-606229B8BE1A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Scientific computing is programming </a:t>
            </a:r>
            <a:r>
              <a:rPr lang="en-US" b="1" i="1" dirty="0"/>
              <a:t>to solve models of physical systems</a:t>
            </a:r>
            <a:endParaRPr lang="en-US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52F862-5BB3-4A55-9726-002C7128D191}"/>
              </a:ext>
            </a:extLst>
          </p:cNvPr>
          <p:cNvSpPr txBox="1"/>
          <p:nvPr/>
        </p:nvSpPr>
        <p:spPr>
          <a:xfrm>
            <a:off x="3517316" y="5337575"/>
            <a:ext cx="5809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During your degree, you will learn to build mathematical models that describe the behavior of physical systems and let you optimize their design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" name="Picture 2" descr="How to Make a Free Body Diagram">
            <a:extLst>
              <a:ext uri="{FF2B5EF4-FFF2-40B4-BE49-F238E27FC236}">
                <a16:creationId xmlns:a16="http://schemas.microsoft.com/office/drawing/2014/main" id="{0BE5CE3F-C3E2-3048-0470-FA8B0A181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548" y="714734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ontrol-Volume Analysis">
            <a:extLst>
              <a:ext uri="{FF2B5EF4-FFF2-40B4-BE49-F238E27FC236}">
                <a16:creationId xmlns:a16="http://schemas.microsoft.com/office/drawing/2014/main" id="{5A01CB16-AE3E-E216-7298-F5245FCD9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575" y="724478"/>
            <a:ext cx="27622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12BDE1-6CC0-C7E6-2655-ADB89BE391B7}"/>
              </a:ext>
            </a:extLst>
          </p:cNvPr>
          <p:cNvSpPr txBox="1"/>
          <p:nvPr/>
        </p:nvSpPr>
        <p:spPr>
          <a:xfrm>
            <a:off x="6591300" y="2533197"/>
            <a:ext cx="319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Control volume analysis</a:t>
            </a:r>
          </a:p>
        </p:txBody>
      </p:sp>
      <p:pic>
        <p:nvPicPr>
          <p:cNvPr id="8" name="Picture 6" descr="Electric circuits">
            <a:extLst>
              <a:ext uri="{FF2B5EF4-FFF2-40B4-BE49-F238E27FC236}">
                <a16:creationId xmlns:a16="http://schemas.microsoft.com/office/drawing/2014/main" id="{E334B7BA-3583-AC5D-9C94-A1C9A36D9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513" y="3296009"/>
            <a:ext cx="32004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4268D3-F3B9-22FA-C4C5-ADE1DDC1D476}"/>
              </a:ext>
            </a:extLst>
          </p:cNvPr>
          <p:cNvSpPr txBox="1"/>
          <p:nvPr/>
        </p:nvSpPr>
        <p:spPr>
          <a:xfrm>
            <a:off x="2715933" y="2590557"/>
            <a:ext cx="319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Free body diagrams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07C47C-BE24-D8E4-A04A-D03BC19DD56A}"/>
              </a:ext>
            </a:extLst>
          </p:cNvPr>
          <p:cNvSpPr txBox="1"/>
          <p:nvPr/>
        </p:nvSpPr>
        <p:spPr>
          <a:xfrm>
            <a:off x="2715933" y="4791627"/>
            <a:ext cx="319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Circuit models</a:t>
            </a:r>
          </a:p>
        </p:txBody>
      </p:sp>
      <p:pic>
        <p:nvPicPr>
          <p:cNvPr id="11" name="Picture 8" descr="Navier-Stokes equation ...">
            <a:extLst>
              <a:ext uri="{FF2B5EF4-FFF2-40B4-BE49-F238E27FC236}">
                <a16:creationId xmlns:a16="http://schemas.microsoft.com/office/drawing/2014/main" id="{85C28DF9-48B6-5832-A305-CA0EBAFC9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3170836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1D4F33-DC6D-E752-A48D-228AB31D7F42}"/>
              </a:ext>
            </a:extLst>
          </p:cNvPr>
          <p:cNvSpPr txBox="1"/>
          <p:nvPr/>
        </p:nvSpPr>
        <p:spPr>
          <a:xfrm>
            <a:off x="6421948" y="4791626"/>
            <a:ext cx="319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Differential equation models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87072B8-526B-EAAD-4DAD-B24284303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11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DC68-74F0-412A-8E55-3ACD7AF76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5AB81-B0F2-BDC3-3E6C-801FAC32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38176" y="6492875"/>
            <a:ext cx="2743200" cy="365125"/>
          </a:xfrm>
        </p:spPr>
        <p:txBody>
          <a:bodyPr/>
          <a:lstStyle/>
          <a:p>
            <a:fld id="{A5E55A7B-7854-E145-92D9-B491DF4BAE2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A6B416B-FA89-DF59-9612-593F8716127A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i="1" dirty="0"/>
              <a:t>Analytical </a:t>
            </a:r>
            <a:r>
              <a:rPr lang="en-US" b="1" dirty="0"/>
              <a:t>models vs </a:t>
            </a:r>
            <a:r>
              <a:rPr lang="en-US" b="1" i="1" dirty="0"/>
              <a:t>experiments, computation, </a:t>
            </a:r>
            <a:r>
              <a:rPr lang="en-US" b="1" dirty="0"/>
              <a:t>and </a:t>
            </a:r>
            <a:r>
              <a:rPr lang="en-US" b="1" i="1" dirty="0"/>
              <a:t>statistical</a:t>
            </a:r>
            <a:r>
              <a:rPr lang="en-US" b="1" dirty="0"/>
              <a:t> models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F49254C-8191-41F2-B2E6-6F53955CF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0286" y="893624"/>
            <a:ext cx="7886700" cy="496438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Analytical models are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E2286-B5A5-C7EB-F9D4-DDAF9F94D0D5}"/>
              </a:ext>
            </a:extLst>
          </p:cNvPr>
          <p:cNvSpPr txBox="1"/>
          <p:nvPr/>
        </p:nvSpPr>
        <p:spPr>
          <a:xfrm>
            <a:off x="2400600" y="1547860"/>
            <a:ext cx="31962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Good at:</a:t>
            </a:r>
          </a:p>
          <a:p>
            <a:pPr algn="ctr"/>
            <a:r>
              <a:rPr lang="en-US" dirty="0"/>
              <a:t>Giving closed form expressions</a:t>
            </a:r>
          </a:p>
          <a:p>
            <a:pPr algn="ctr"/>
            <a:r>
              <a:rPr lang="en-US" dirty="0"/>
              <a:t>Interpretability</a:t>
            </a:r>
          </a:p>
          <a:p>
            <a:pPr algn="ctr"/>
            <a:r>
              <a:rPr lang="en-US" dirty="0"/>
              <a:t>Exploring qualitative regimes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2AA0E-A1BF-5227-38B2-D38BDD8952E0}"/>
              </a:ext>
            </a:extLst>
          </p:cNvPr>
          <p:cNvSpPr txBox="1"/>
          <p:nvPr/>
        </p:nvSpPr>
        <p:spPr>
          <a:xfrm>
            <a:off x="6418652" y="1547859"/>
            <a:ext cx="31962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Bad at:</a:t>
            </a:r>
          </a:p>
          <a:p>
            <a:pPr algn="ctr"/>
            <a:r>
              <a:rPr lang="en-US" dirty="0"/>
              <a:t>Handling real world complexity</a:t>
            </a:r>
          </a:p>
          <a:p>
            <a:pPr algn="ctr"/>
            <a:r>
              <a:rPr lang="en-US" b="1" dirty="0"/>
              <a:t>Limited by the math we can work out by hand!</a:t>
            </a:r>
          </a:p>
        </p:txBody>
      </p:sp>
      <p:pic>
        <p:nvPicPr>
          <p:cNvPr id="7" name="Picture 6" descr="Fluid Drag Equation ✍️ It explains how fluids like air or water resist the  motion of objects moving through them. Imagine an object slicing through a  fluid — a car through air,">
            <a:extLst>
              <a:ext uri="{FF2B5EF4-FFF2-40B4-BE49-F238E27FC236}">
                <a16:creationId xmlns:a16="http://schemas.microsoft.com/office/drawing/2014/main" id="{5F0C5FB1-94B1-D09A-67AD-F1E34780C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444" y="2945143"/>
            <a:ext cx="3547732" cy="354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1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8B0DC-8800-78C9-F4DF-5B1300B42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61C80-E8E6-4E85-C0D6-01F1B36A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38176" y="6492875"/>
            <a:ext cx="2743200" cy="365125"/>
          </a:xfrm>
        </p:spPr>
        <p:txBody>
          <a:bodyPr/>
          <a:lstStyle/>
          <a:p>
            <a:fld id="{A5E55A7B-7854-E145-92D9-B491DF4BAE2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A1295C-BCAA-0F91-62AB-3571C44B5BD9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i="1" dirty="0"/>
              <a:t>Analytical </a:t>
            </a:r>
            <a:r>
              <a:rPr lang="en-US" b="1" dirty="0"/>
              <a:t>models vs </a:t>
            </a:r>
            <a:r>
              <a:rPr lang="en-US" b="1" i="1" dirty="0"/>
              <a:t>experiments, computation, </a:t>
            </a:r>
            <a:r>
              <a:rPr lang="en-US" b="1" dirty="0"/>
              <a:t>and </a:t>
            </a:r>
            <a:r>
              <a:rPr lang="en-US" b="1" i="1" dirty="0"/>
              <a:t>statistical</a:t>
            </a:r>
            <a:r>
              <a:rPr lang="en-US" b="1" dirty="0"/>
              <a:t> models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3E351D-3FEE-9546-7C1E-2C668B176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0286" y="893624"/>
            <a:ext cx="7886700" cy="4964388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When we can’t get an analytical model?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2" descr="Digital Image Correlation Sensor ...">
            <a:extLst>
              <a:ext uri="{FF2B5EF4-FFF2-40B4-BE49-F238E27FC236}">
                <a16:creationId xmlns:a16="http://schemas.microsoft.com/office/drawing/2014/main" id="{5FA2D776-FC6D-1CF8-2653-1D6C8CDBD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76" y="3777144"/>
            <a:ext cx="2952750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digital image correlation, DIC strain ...">
            <a:extLst>
              <a:ext uri="{FF2B5EF4-FFF2-40B4-BE49-F238E27FC236}">
                <a16:creationId xmlns:a16="http://schemas.microsoft.com/office/drawing/2014/main" id="{1695CE00-15EC-B070-374F-46794AAE2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31" y="1987569"/>
            <a:ext cx="28289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Direct numerical simulation of the flow ...">
            <a:extLst>
              <a:ext uri="{FF2B5EF4-FFF2-40B4-BE49-F238E27FC236}">
                <a16:creationId xmlns:a16="http://schemas.microsoft.com/office/drawing/2014/main" id="{67245DE6-45DA-5919-5004-F573D730F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862" y="2457745"/>
            <a:ext cx="2200275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D7D0FD-C6E7-9B4E-3FE8-57915C4BA3CB}"/>
              </a:ext>
            </a:extLst>
          </p:cNvPr>
          <p:cNvSpPr txBox="1"/>
          <p:nvPr/>
        </p:nvSpPr>
        <p:spPr>
          <a:xfrm>
            <a:off x="190685" y="56133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Experimental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ABFD2F-FDCC-350F-659A-C2900A772EEB}"/>
              </a:ext>
            </a:extLst>
          </p:cNvPr>
          <p:cNvSpPr txBox="1"/>
          <p:nvPr/>
        </p:nvSpPr>
        <p:spPr>
          <a:xfrm>
            <a:off x="3821923" y="559504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Computational methods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F31476-C75E-93F4-53D2-1A56A712FDA9}"/>
              </a:ext>
            </a:extLst>
          </p:cNvPr>
          <p:cNvSpPr txBox="1"/>
          <p:nvPr/>
        </p:nvSpPr>
        <p:spPr>
          <a:xfrm>
            <a:off x="7560212" y="556238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Statistical/AI methods</a:t>
            </a:r>
          </a:p>
        </p:txBody>
      </p:sp>
      <p:pic>
        <p:nvPicPr>
          <p:cNvPr id="6146" name="Picture 2" descr="Protein Structure Prediction ...">
            <a:extLst>
              <a:ext uri="{FF2B5EF4-FFF2-40B4-BE49-F238E27FC236}">
                <a16:creationId xmlns:a16="http://schemas.microsoft.com/office/drawing/2014/main" id="{FB1B8A47-392E-74C5-197D-CC3FA71C0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8327" y="2566179"/>
            <a:ext cx="3695771" cy="1859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478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3570-5844-FFED-1ADC-3D873113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803D8-4606-2A9E-6D55-1E75843C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2311960-A9E5-DA41-7A6A-502C98CEDC9C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Scientific computing, from the big to the small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DDC543-C8D3-8D94-5CE3-25CFF470342D}"/>
              </a:ext>
            </a:extLst>
          </p:cNvPr>
          <p:cNvSpPr txBox="1"/>
          <p:nvPr/>
        </p:nvSpPr>
        <p:spPr>
          <a:xfrm>
            <a:off x="8691171" y="4631727"/>
            <a:ext cx="3284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C00000"/>
                </a:solidFill>
              </a:rPr>
              <a:t>Supercomputing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Solving the biggest open problems in science + AI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consuming the power of 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16000 homes</a:t>
            </a:r>
          </a:p>
        </p:txBody>
      </p:sp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0383209B-2C89-DE19-8824-81DC248E8491}"/>
              </a:ext>
            </a:extLst>
          </p:cNvPr>
          <p:cNvSpPr/>
          <p:nvPr/>
        </p:nvSpPr>
        <p:spPr>
          <a:xfrm>
            <a:off x="575018" y="3578942"/>
            <a:ext cx="11233524" cy="786580"/>
          </a:xfrm>
          <a:prstGeom prst="left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2412B-02DD-6C5E-C9C9-66606C684A8F}"/>
              </a:ext>
            </a:extLst>
          </p:cNvPr>
          <p:cNvSpPr txBox="1"/>
          <p:nvPr/>
        </p:nvSpPr>
        <p:spPr>
          <a:xfrm>
            <a:off x="181352" y="4631727"/>
            <a:ext cx="3284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C00000"/>
                </a:solidFill>
              </a:rPr>
              <a:t>Microcontrollers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Small computers controlling engineering systems and robotics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550BB9-ABCC-A3DF-2484-D10F17288134}"/>
              </a:ext>
            </a:extLst>
          </p:cNvPr>
          <p:cNvSpPr txBox="1"/>
          <p:nvPr/>
        </p:nvSpPr>
        <p:spPr>
          <a:xfrm>
            <a:off x="4436261" y="4631727"/>
            <a:ext cx="32843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C00000"/>
                </a:solidFill>
              </a:rPr>
              <a:t>Industrial Computation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Simulations for industrial design that run on a desktop workstation</a:t>
            </a:r>
          </a:p>
        </p:txBody>
      </p:sp>
      <p:pic>
        <p:nvPicPr>
          <p:cNvPr id="3074" name="Picture 2" descr="Raspberry Pi robot with the Romi chassis">
            <a:extLst>
              <a:ext uri="{FF2B5EF4-FFF2-40B4-BE49-F238E27FC236}">
                <a16:creationId xmlns:a16="http://schemas.microsoft.com/office/drawing/2014/main" id="{BBFACC69-19B0-D02B-8B7C-0D06B10D6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52" y="967710"/>
            <a:ext cx="2984635" cy="243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nsys Fluent CFD software scaled to 36,000 cores - DEVELOP3D">
            <a:extLst>
              <a:ext uri="{FF2B5EF4-FFF2-40B4-BE49-F238E27FC236}">
                <a16:creationId xmlns:a16="http://schemas.microsoft.com/office/drawing/2014/main" id="{688970A4-2285-EDEC-1356-64CDFF7F3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228" y="875052"/>
            <a:ext cx="3586401" cy="268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ORNL Frontier Is the First ...">
            <a:extLst>
              <a:ext uri="{FF2B5EF4-FFF2-40B4-BE49-F238E27FC236}">
                <a16:creationId xmlns:a16="http://schemas.microsoft.com/office/drawing/2014/main" id="{FEF4C7BB-0C92-CB1F-6FB4-1BBFBAFAB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055" y="1149606"/>
            <a:ext cx="3802593" cy="212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787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CBE4B-9F84-0F91-2184-240389A58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990A1-4A83-4F18-3D60-BCDA1E50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0157EBC-252C-3FE7-73C2-686CCFA599A8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Big: Supercomputers represent the largest scientific problems that can be solved</a:t>
            </a:r>
            <a:endParaRPr lang="en-US" dirty="0"/>
          </a:p>
        </p:txBody>
      </p:sp>
      <p:pic>
        <p:nvPicPr>
          <p:cNvPr id="3" name="Picture 2" descr="The advancement of HPC platforms: world's annual top supercomputer (by... |  Download Scientific Diagram">
            <a:extLst>
              <a:ext uri="{FF2B5EF4-FFF2-40B4-BE49-F238E27FC236}">
                <a16:creationId xmlns:a16="http://schemas.microsoft.com/office/drawing/2014/main" id="{78A04332-7E82-429B-B80B-29226887A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02" y="597251"/>
            <a:ext cx="10311274" cy="5895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269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7AF3D-F6DF-36F7-F723-408E5469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04EDF-4A79-F72E-60D5-DAF0D0CE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0860B0D-5476-DF82-1C68-757B47691983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Massive scale turbulence simulation</a:t>
            </a:r>
            <a:endParaRPr lang="en-US" dirty="0"/>
          </a:p>
        </p:txBody>
      </p:sp>
      <p:pic>
        <p:nvPicPr>
          <p:cNvPr id="3" name="Online Media 2" title="Jet Engine Noise CFD Simulation Using One Million Core Supercomputer">
            <a:hlinkClick r:id="" action="ppaction://media"/>
            <a:extLst>
              <a:ext uri="{FF2B5EF4-FFF2-40B4-BE49-F238E27FC236}">
                <a16:creationId xmlns:a16="http://schemas.microsoft.com/office/drawing/2014/main" id="{0083431B-00CC-1A92-539A-5D713245180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48525" y="-13572"/>
            <a:ext cx="12162073" cy="687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2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4217A-7BA5-108E-7FFB-87338678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67614-05D1-F3B7-2625-B8647981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0D5A360-A87C-43AD-C249-FBBCEE44F629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Supercomputers represent the largest scientific problems that can be solved</a:t>
            </a:r>
            <a:endParaRPr lang="en-US" dirty="0"/>
          </a:p>
        </p:txBody>
      </p:sp>
      <p:pic>
        <p:nvPicPr>
          <p:cNvPr id="2050" name="Picture 2" descr="K computer - Wikipedia">
            <a:extLst>
              <a:ext uri="{FF2B5EF4-FFF2-40B4-BE49-F238E27FC236}">
                <a16:creationId xmlns:a16="http://schemas.microsoft.com/office/drawing/2014/main" id="{0945E713-1262-0DDF-7815-5D535D544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91" y="860963"/>
            <a:ext cx="7940318" cy="5293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site is located on Port Island, Kobe">
            <a:extLst>
              <a:ext uri="{FF2B5EF4-FFF2-40B4-BE49-F238E27FC236}">
                <a16:creationId xmlns:a16="http://schemas.microsoft.com/office/drawing/2014/main" id="{66423BAF-AB7B-351A-E926-47DE620EC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295" y="3916133"/>
            <a:ext cx="3619500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ACELL 2023">
            <a:extLst>
              <a:ext uri="{FF2B5EF4-FFF2-40B4-BE49-F238E27FC236}">
                <a16:creationId xmlns:a16="http://schemas.microsoft.com/office/drawing/2014/main" id="{FE4F3B2F-2F8D-E17D-BF9E-0B1DDBD9C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9395" y="860963"/>
            <a:ext cx="2891299" cy="289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548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C150E-6BCE-421E-A9C2-252B1D4C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6A977-0187-1D4A-AC80-C809AF38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818A5AB-C4A8-1673-14D1-EE096263426B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Supercomputers represent the largest scientific problems that can be solved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0C7FB3-1CA2-0167-86C3-75AE913DD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76" y="860963"/>
            <a:ext cx="5277663" cy="45584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2EF81D-0429-997F-22B0-07F08BB9C425}"/>
              </a:ext>
            </a:extLst>
          </p:cNvPr>
          <p:cNvSpPr txBox="1"/>
          <p:nvPr/>
        </p:nvSpPr>
        <p:spPr>
          <a:xfrm>
            <a:off x="245806" y="5640324"/>
            <a:ext cx="611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Virtual tour of earthquake isolation system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40D4EC-1FF2-3C8C-E8FF-90A1C6812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13" y="848344"/>
            <a:ext cx="5806977" cy="45837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7B0D00-943F-E5F8-419A-8F8BD2B7F2BF}"/>
              </a:ext>
            </a:extLst>
          </p:cNvPr>
          <p:cNvSpPr txBox="1"/>
          <p:nvPr/>
        </p:nvSpPr>
        <p:spPr>
          <a:xfrm>
            <a:off x="5995213" y="5640324"/>
            <a:ext cx="611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Virtual tour of cooling and power plant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159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50BA6-9E8E-2295-4463-81ADB3ADD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4F7B4-BB59-D72C-94E0-B5C7C10C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6D214B8-6D68-D617-C1E1-961C92A6214F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Medium: computational fluid/solid mechanics + electromagnetism</a:t>
            </a:r>
            <a:endParaRPr lang="en-US" dirty="0"/>
          </a:p>
        </p:txBody>
      </p:sp>
      <p:pic>
        <p:nvPicPr>
          <p:cNvPr id="2" name="Picture 2" descr="Engineering Simulation Software | Ansys ...">
            <a:extLst>
              <a:ext uri="{FF2B5EF4-FFF2-40B4-BE49-F238E27FC236}">
                <a16:creationId xmlns:a16="http://schemas.microsoft.com/office/drawing/2014/main" id="{142CC6C1-77CE-D034-54BF-46FDAB047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025" y="3229576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Multibody Dynamics Software">
            <a:extLst>
              <a:ext uri="{FF2B5EF4-FFF2-40B4-BE49-F238E27FC236}">
                <a16:creationId xmlns:a16="http://schemas.microsoft.com/office/drawing/2014/main" id="{2247C67E-E246-3D8D-505D-51B4E95E8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642" y="647168"/>
            <a:ext cx="3829712" cy="2484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What is COMSOL MULTIPHYSICS and its ...">
            <a:extLst>
              <a:ext uri="{FF2B5EF4-FFF2-40B4-BE49-F238E27FC236}">
                <a16:creationId xmlns:a16="http://schemas.microsoft.com/office/drawing/2014/main" id="{848BBC7C-2A7E-B7CA-07D3-123B35873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7103" y="3307724"/>
            <a:ext cx="2809875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COMSOL Multiphysics® Software ...">
            <a:extLst>
              <a:ext uri="{FF2B5EF4-FFF2-40B4-BE49-F238E27FC236}">
                <a16:creationId xmlns:a16="http://schemas.microsoft.com/office/drawing/2014/main" id="{C91AE081-C4F2-A2E4-9822-7915ED643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9729" y="656179"/>
            <a:ext cx="3829712" cy="265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Navier–Stokes equations - Wikipedia">
            <a:extLst>
              <a:ext uri="{FF2B5EF4-FFF2-40B4-BE49-F238E27FC236}">
                <a16:creationId xmlns:a16="http://schemas.microsoft.com/office/drawing/2014/main" id="{5F37D694-28F5-D389-E9F8-1CB2588DF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9" y="2428961"/>
            <a:ext cx="381000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ED0928-E6F6-65B5-CEBD-908F84C6584A}"/>
              </a:ext>
            </a:extLst>
          </p:cNvPr>
          <p:cNvSpPr txBox="1"/>
          <p:nvPr/>
        </p:nvSpPr>
        <p:spPr>
          <a:xfrm>
            <a:off x="-128152" y="5120909"/>
            <a:ext cx="4031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Mathematical model describes flow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Conservation of mass/momentum/energy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BA04FF-4E59-545F-9009-7B7C0E3E0737}"/>
              </a:ext>
            </a:extLst>
          </p:cNvPr>
          <p:cNvSpPr txBox="1"/>
          <p:nvPr/>
        </p:nvSpPr>
        <p:spPr>
          <a:xfrm>
            <a:off x="5831120" y="5146298"/>
            <a:ext cx="4031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CAD geometry gives discrete model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Map equations onto something we can solve on a computer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233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F6E36-F0A8-5994-2C85-03F80B420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B0923-B56A-7C63-5B89-506D46BF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99EB3DB-D342-BD3C-375F-37028DC3C474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Small: Microcontrollers for robotics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92F2DD-1B03-BE97-FCCA-A231475CB2C6}"/>
              </a:ext>
            </a:extLst>
          </p:cNvPr>
          <p:cNvSpPr txBox="1"/>
          <p:nvPr/>
        </p:nvSpPr>
        <p:spPr>
          <a:xfrm>
            <a:off x="481870" y="4838328"/>
            <a:ext cx="4031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Lightweight computers integrated with sensors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Useful for robotics, prototyping designs, 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8194" name="Picture 2" descr="Buy a Raspberry Pi 4 Model B – Raspberry Pi">
            <a:extLst>
              <a:ext uri="{FF2B5EF4-FFF2-40B4-BE49-F238E27FC236}">
                <a16:creationId xmlns:a16="http://schemas.microsoft.com/office/drawing/2014/main" id="{82310B95-9E6C-987E-7F16-7607C293E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65" y="1372963"/>
            <a:ext cx="4285962" cy="255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aspberry Pi Pico - DC Motor | Raspberry Pi Pico Tutorial">
            <a:extLst>
              <a:ext uri="{FF2B5EF4-FFF2-40B4-BE49-F238E27FC236}">
                <a16:creationId xmlns:a16="http://schemas.microsoft.com/office/drawing/2014/main" id="{AA68A45E-AF55-7011-CE0B-DC6EF9199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645" y="578190"/>
            <a:ext cx="4686309" cy="242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Overview | Adafruit's Raspberry Pi Lesson 9. Controlling a DC Motor |  Adafruit Learning System">
            <a:extLst>
              <a:ext uri="{FF2B5EF4-FFF2-40B4-BE49-F238E27FC236}">
                <a16:creationId xmlns:a16="http://schemas.microsoft.com/office/drawing/2014/main" id="{4AA1B2D4-8F7F-3C33-B0FB-A9255EA9C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290" y="3429000"/>
            <a:ext cx="3461339" cy="3050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985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D2DD2-6B32-3CC4-5B8E-E368565E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0B5F0-3F83-1FB3-0529-4952D380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AFDBF8D-2EAD-F1A8-C189-DC4DD201EE98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The future: AI for science and engineering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4E703A-D231-C46E-AAE6-6935B4E6F411}"/>
              </a:ext>
            </a:extLst>
          </p:cNvPr>
          <p:cNvSpPr txBox="1"/>
          <p:nvPr/>
        </p:nvSpPr>
        <p:spPr>
          <a:xfrm>
            <a:off x="720957" y="4901245"/>
            <a:ext cx="4031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Massive AI models consuming a city’s worth of power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AI-driven coding, scientific discovery, and beyond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2" name="Picture 1" descr="Infinite scale: The architecture behind the Azure AI superfactory - The Official Microsoft Blog">
            <a:extLst>
              <a:ext uri="{FF2B5EF4-FFF2-40B4-BE49-F238E27FC236}">
                <a16:creationId xmlns:a16="http://schemas.microsoft.com/office/drawing/2014/main" id="{CB0B23C2-EF00-4540-74C5-CF2ACE983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78" y="737518"/>
            <a:ext cx="5067273" cy="3792537"/>
          </a:xfrm>
          <a:prstGeom prst="rect">
            <a:avLst/>
          </a:prstGeom>
        </p:spPr>
      </p:pic>
      <p:pic>
        <p:nvPicPr>
          <p:cNvPr id="3" name="Picture 2" descr="Why Teams Are Moving AI Workloads to Jetson — And How to Start (Part 1) - Develeap">
            <a:extLst>
              <a:ext uri="{FF2B5EF4-FFF2-40B4-BE49-F238E27FC236}">
                <a16:creationId xmlns:a16="http://schemas.microsoft.com/office/drawing/2014/main" id="{FDC40441-CE19-6168-3E66-3FEA7785E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451" y="777685"/>
            <a:ext cx="6791325" cy="4086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C23A6D-D285-C78C-C773-CC90D28C659D}"/>
              </a:ext>
            </a:extLst>
          </p:cNvPr>
          <p:cNvSpPr txBox="1"/>
          <p:nvPr/>
        </p:nvSpPr>
        <p:spPr>
          <a:xfrm>
            <a:off x="6788449" y="4901244"/>
            <a:ext cx="4031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Compact AI chips small enough to fly on a drone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Smart sensing and control telling engineered systems what to do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028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BFB0D-6F5E-2E1D-B94B-C401E9F55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C06C-7426-46CE-A395-DF3A3B2D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A1EFD6-F9F3-970B-4C38-6AEC3609C772}"/>
              </a:ext>
            </a:extLst>
          </p:cNvPr>
          <p:cNvSpPr txBox="1"/>
          <p:nvPr/>
        </p:nvSpPr>
        <p:spPr>
          <a:xfrm>
            <a:off x="2959016" y="946883"/>
            <a:ext cx="62812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002060"/>
                </a:solidFill>
                <a:effectLst/>
                <a:latin typeface="-apple-system"/>
              </a:rPr>
              <a:t>How is this course organized?</a:t>
            </a:r>
            <a:endParaRPr lang="en-US" sz="40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9B3800F-B0ED-9291-EF8A-19D4C4F90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pPr algn="r"/>
            <a:fld id="{A5E55A7B-7854-E145-92D9-B491DF4BAE2D}" type="slidenum">
              <a:rPr lang="en-US" smtClean="0"/>
              <a:pPr algn="r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DC715-F102-26A0-7264-7C08F3052EAB}"/>
              </a:ext>
            </a:extLst>
          </p:cNvPr>
          <p:cNvSpPr txBox="1"/>
          <p:nvPr/>
        </p:nvSpPr>
        <p:spPr>
          <a:xfrm>
            <a:off x="1253434" y="2419454"/>
            <a:ext cx="4031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All material is on the course </a:t>
            </a:r>
            <a:r>
              <a:rPr lang="en-US" b="1" dirty="0" err="1">
                <a:solidFill>
                  <a:srgbClr val="C00000"/>
                </a:solidFill>
              </a:rPr>
              <a:t>Github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  <a:hlinkClick r:id="rId2"/>
              </a:rPr>
              <a:t>https://natrask.github.io/engr1050-fall2026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6" name="Picture 5" descr="QR Code for Course Website">
            <a:extLst>
              <a:ext uri="{FF2B5EF4-FFF2-40B4-BE49-F238E27FC236}">
                <a16:creationId xmlns:a16="http://schemas.microsoft.com/office/drawing/2014/main" id="{DC5687AD-19EE-5F72-5217-D987CE257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700" y="3342784"/>
            <a:ext cx="2191421" cy="21914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F2F03E-B47F-36B0-689B-06372B2149D8}"/>
              </a:ext>
            </a:extLst>
          </p:cNvPr>
          <p:cNvSpPr txBox="1"/>
          <p:nvPr/>
        </p:nvSpPr>
        <p:spPr>
          <a:xfrm>
            <a:off x="6336165" y="2419454"/>
            <a:ext cx="4829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All assignments are submitted through canvas: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  <a:hlinkClick r:id="rId4"/>
              </a:rPr>
              <a:t>https://canvas.upenn.edu/courses/1950130/assignments/syllabus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0" name="Picture 9" descr="A black QR code featuring a simple, black bird silhouette.&#10;&#10;AI-generated content may be incorrect.">
            <a:extLst>
              <a:ext uri="{FF2B5EF4-FFF2-40B4-BE49-F238E27FC236}">
                <a16:creationId xmlns:a16="http://schemas.microsoft.com/office/drawing/2014/main" id="{2776AE05-9E64-6918-759C-5E8AC731E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117" y="3342784"/>
            <a:ext cx="2191421" cy="219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29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4D76-4536-8645-161F-F450A4C51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A400-CBBB-C2AD-61DC-870B9760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D2D46A-683C-F76D-6327-C8DA3BFCF9FA}"/>
              </a:ext>
            </a:extLst>
          </p:cNvPr>
          <p:cNvSpPr txBox="1"/>
          <p:nvPr/>
        </p:nvSpPr>
        <p:spPr>
          <a:xfrm>
            <a:off x="2348807" y="95399"/>
            <a:ext cx="7494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rgbClr val="002060"/>
                </a:solidFill>
                <a:effectLst/>
                <a:latin typeface="-apple-system"/>
              </a:rPr>
              <a:t>How is this course organized?</a:t>
            </a:r>
            <a:endParaRPr lang="en-US" sz="4000" b="1" dirty="0">
              <a:solidFill>
                <a:srgbClr val="002060"/>
              </a:solidFill>
              <a:latin typeface="-apple-system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3D39B5D-D69E-A39C-95D7-01A6A0D3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/>
          <a:p>
            <a:pPr algn="r"/>
            <a:fld id="{A5E55A7B-7854-E145-92D9-B491DF4BAE2D}" type="slidenum">
              <a:rPr lang="en-US" smtClean="0"/>
              <a:pPr algn="r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F4723-3CFB-C3BC-91DF-DBE17F531665}"/>
              </a:ext>
            </a:extLst>
          </p:cNvPr>
          <p:cNvSpPr txBox="1"/>
          <p:nvPr/>
        </p:nvSpPr>
        <p:spPr>
          <a:xfrm>
            <a:off x="1135269" y="867490"/>
            <a:ext cx="27523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Part 1: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011F5B"/>
                </a:solidFill>
              </a:rPr>
              <a:t>Python basics</a:t>
            </a:r>
          </a:p>
          <a:p>
            <a:pPr algn="ctr"/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Goal: </a:t>
            </a:r>
            <a:r>
              <a:rPr lang="en-US" b="1" dirty="0">
                <a:solidFill>
                  <a:srgbClr val="011F5B"/>
                </a:solidFill>
              </a:rPr>
              <a:t>Comfortable reading and interpreting code</a:t>
            </a:r>
            <a:br>
              <a:rPr lang="en-US" b="1" dirty="0">
                <a:solidFill>
                  <a:srgbClr val="011F5B"/>
                </a:solidFill>
              </a:rPr>
            </a:br>
            <a:br>
              <a:rPr lang="en-US" b="1" dirty="0">
                <a:solidFill>
                  <a:srgbClr val="011F5B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Exam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3FCBA-DA20-D9DE-4069-48A146378AAB}"/>
              </a:ext>
            </a:extLst>
          </p:cNvPr>
          <p:cNvSpPr txBox="1"/>
          <p:nvPr/>
        </p:nvSpPr>
        <p:spPr>
          <a:xfrm>
            <a:off x="4601680" y="867490"/>
            <a:ext cx="27523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Part 2: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011F5B"/>
                </a:solidFill>
              </a:rPr>
              <a:t>Simulators and robots</a:t>
            </a:r>
          </a:p>
          <a:p>
            <a:pPr algn="ctr"/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Goal: </a:t>
            </a:r>
            <a:r>
              <a:rPr lang="en-US" b="1" dirty="0">
                <a:solidFill>
                  <a:srgbClr val="011F5B"/>
                </a:solidFill>
              </a:rPr>
              <a:t>Get practice deploying basics</a:t>
            </a:r>
            <a:br>
              <a:rPr lang="en-US" b="1" dirty="0">
                <a:solidFill>
                  <a:srgbClr val="011F5B"/>
                </a:solidFill>
              </a:rPr>
            </a:br>
            <a:br>
              <a:rPr lang="en-US" b="1" dirty="0">
                <a:solidFill>
                  <a:srgbClr val="011F5B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Exam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845267-63D1-924E-2020-6F2CF1007376}"/>
              </a:ext>
            </a:extLst>
          </p:cNvPr>
          <p:cNvSpPr txBox="1"/>
          <p:nvPr/>
        </p:nvSpPr>
        <p:spPr>
          <a:xfrm>
            <a:off x="8068091" y="867490"/>
            <a:ext cx="27523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Part 3: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011F5B"/>
                </a:solidFill>
              </a:rPr>
              <a:t>Machine learning + AI</a:t>
            </a:r>
          </a:p>
          <a:p>
            <a:pPr algn="ctr"/>
            <a:endParaRPr lang="en-US" b="1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Goal: </a:t>
            </a:r>
            <a:r>
              <a:rPr lang="en-US" b="1" dirty="0">
                <a:solidFill>
                  <a:srgbClr val="011F5B"/>
                </a:solidFill>
              </a:rPr>
              <a:t>Learn how AI works and how to use it to code</a:t>
            </a:r>
            <a:br>
              <a:rPr lang="en-US" b="1" dirty="0">
                <a:solidFill>
                  <a:srgbClr val="011F5B"/>
                </a:solidFill>
              </a:rPr>
            </a:br>
            <a:br>
              <a:rPr lang="en-US" b="1" dirty="0">
                <a:solidFill>
                  <a:srgbClr val="011F5B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Exam 3</a:t>
            </a:r>
          </a:p>
        </p:txBody>
      </p:sp>
      <p:pic>
        <p:nvPicPr>
          <p:cNvPr id="15" name="Picture 14" descr="The image shows a collection of electronic components and modules including a BME280 sensor, various buttons, a digital microphone, a humidity sensor, an ultrasonic rangefinder, a speaker, and several other gadgets.&#10;&#10;AI-generated content may be incorrect.">
            <a:extLst>
              <a:ext uri="{FF2B5EF4-FFF2-40B4-BE49-F238E27FC236}">
                <a16:creationId xmlns:a16="http://schemas.microsoft.com/office/drawing/2014/main" id="{31102DC1-B361-E7C9-7CB2-761A753E1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69" y="3959186"/>
            <a:ext cx="4819894" cy="2188195"/>
          </a:xfrm>
          <a:prstGeom prst="rect">
            <a:avLst/>
          </a:prstGeom>
        </p:spPr>
      </p:pic>
      <p:pic>
        <p:nvPicPr>
          <p:cNvPr id="18" name="Picture 17" descr="The image depicts various electronic components and devices, including an audio visualizer, digital microphone, LED strip, ultrasonic rangefinder, speaker, BME280 sensor, and weather station, with their respective prices and features.&#10;&#10;AI-generated content may be incorrect.">
            <a:extLst>
              <a:ext uri="{FF2B5EF4-FFF2-40B4-BE49-F238E27FC236}">
                <a16:creationId xmlns:a16="http://schemas.microsoft.com/office/drawing/2014/main" id="{82ABCEAD-0016-82C6-C15B-D8D8673E1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989" y="3860629"/>
            <a:ext cx="3521881" cy="248726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78785CD-426C-08EC-1E19-B9CAC28F1BAC}"/>
              </a:ext>
            </a:extLst>
          </p:cNvPr>
          <p:cNvSpPr/>
          <p:nvPr/>
        </p:nvSpPr>
        <p:spPr>
          <a:xfrm>
            <a:off x="6845417" y="3590488"/>
            <a:ext cx="813732" cy="494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34C262-2701-5487-A54C-EDC47BB11610}"/>
              </a:ext>
            </a:extLst>
          </p:cNvPr>
          <p:cNvSpPr txBox="1"/>
          <p:nvPr/>
        </p:nvSpPr>
        <p:spPr>
          <a:xfrm>
            <a:off x="2679234" y="3412114"/>
            <a:ext cx="6121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C00000"/>
                </a:solidFill>
              </a:rPr>
              <a:t>Final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539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186D0-8508-729D-5C79-327BF24F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CC32C-B71C-032F-7E73-EA906204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E13D9BD-ABA6-12A8-05BF-2A6D28AF4D6F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Types of lectures that we’ll do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6668E0-5AFD-71FE-91FA-BE6B4C18B9E0}"/>
              </a:ext>
            </a:extLst>
          </p:cNvPr>
          <p:cNvSpPr txBox="1"/>
          <p:nvPr/>
        </p:nvSpPr>
        <p:spPr>
          <a:xfrm>
            <a:off x="595281" y="1255840"/>
            <a:ext cx="40319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11F5B"/>
                </a:solidFill>
              </a:rPr>
              <a:t>Coding demo days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Slides introducing new concepts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Blackboard for derivations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Live coding where I will step through how to approach a problem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413A02-443C-8DD3-A40B-217A288C7F4A}"/>
              </a:ext>
            </a:extLst>
          </p:cNvPr>
          <p:cNvSpPr txBox="1"/>
          <p:nvPr/>
        </p:nvSpPr>
        <p:spPr>
          <a:xfrm>
            <a:off x="6420894" y="978841"/>
            <a:ext cx="47092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11F5B"/>
                </a:solidFill>
              </a:rPr>
              <a:t>Groupwork days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Short guidance (&lt;30m) on new material, what to do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Break into groups of 2-5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I+TA will float around answering questions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Periodic check-ins to stay on task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Submit work on canvas when complete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8AF7B-5BCD-CE60-4129-E08FACB44B02}"/>
              </a:ext>
            </a:extLst>
          </p:cNvPr>
          <p:cNvSpPr txBox="1"/>
          <p:nvPr/>
        </p:nvSpPr>
        <p:spPr>
          <a:xfrm>
            <a:off x="595281" y="3805615"/>
            <a:ext cx="47092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011F5B"/>
                </a:solidFill>
              </a:rPr>
              <a:t>Labwork</a:t>
            </a:r>
            <a:r>
              <a:rPr lang="en-US" b="1" dirty="0">
                <a:solidFill>
                  <a:srgbClr val="011F5B"/>
                </a:solidFill>
              </a:rPr>
              <a:t> days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Meet in the GM lab in Towne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Will be listed ahead of time on course calendar with reminder on Ed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Working with microcontrollers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Some free lectures at end of semester to work on final projects w/ groups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719C7-F9D7-A12E-75D6-EA325D984168}"/>
              </a:ext>
            </a:extLst>
          </p:cNvPr>
          <p:cNvSpPr txBox="1"/>
          <p:nvPr/>
        </p:nvSpPr>
        <p:spPr>
          <a:xfrm>
            <a:off x="6420894" y="3805615"/>
            <a:ext cx="47092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11F5B"/>
                </a:solidFill>
              </a:rPr>
              <a:t>“Exam” days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Closed book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Problems taken primarily from HW and in-class exercises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Pencil and paper written exams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Easy if you have done material on your own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070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07CC-FA57-36A2-559B-EF0F2FE0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DA3D5-0CF2-9458-3DE5-F368D20D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55A7EC5-0421-6C10-C4DF-0B20F17AD090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Should I take this or should I take the CIS equivalent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E9D29-FCC6-00C9-06BB-65BF0DAC63CB}"/>
              </a:ext>
            </a:extLst>
          </p:cNvPr>
          <p:cNvSpPr txBox="1"/>
          <p:nvPr/>
        </p:nvSpPr>
        <p:spPr>
          <a:xfrm>
            <a:off x="501446" y="1202455"/>
            <a:ext cx="40823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-apple-system"/>
              </a:rPr>
              <a:t>Satisfies the same requirement for </a:t>
            </a:r>
            <a:r>
              <a:rPr lang="en-US" b="1" u="sng" dirty="0">
                <a:solidFill>
                  <a:srgbClr val="C00000"/>
                </a:solidFill>
                <a:latin typeface="-apple-system"/>
              </a:rPr>
              <a:t>some</a:t>
            </a:r>
            <a:r>
              <a:rPr lang="en-US" b="1" dirty="0">
                <a:solidFill>
                  <a:srgbClr val="C00000"/>
                </a:solidFill>
                <a:latin typeface="-apple-system"/>
              </a:rPr>
              <a:t> majors</a:t>
            </a:r>
            <a:endParaRPr lang="en-US" sz="1800" b="1" i="0" dirty="0">
              <a:solidFill>
                <a:srgbClr val="C00000"/>
              </a:solidFill>
              <a:effectLst/>
              <a:latin typeface="-apple-system"/>
            </a:endParaRPr>
          </a:p>
          <a:p>
            <a:pPr algn="ctr"/>
            <a:endParaRPr lang="en-US" b="1" dirty="0">
              <a:solidFill>
                <a:srgbClr val="C00000"/>
              </a:solidFill>
              <a:latin typeface="-apple-system"/>
            </a:endParaRPr>
          </a:p>
          <a:p>
            <a:pPr algn="ctr"/>
            <a:r>
              <a:rPr lang="en-US" sz="1800" b="1" i="0" dirty="0">
                <a:solidFill>
                  <a:srgbClr val="C00000"/>
                </a:solidFill>
                <a:effectLst/>
                <a:latin typeface="-apple-system"/>
              </a:rPr>
              <a:t>This class is more hands on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-apple-system"/>
              </a:rPr>
              <a:t>Tailored to specific needs of engineering majors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-apple-system"/>
              </a:rPr>
              <a:t>Scientific computing, differential equations, Arduino, hands-on</a:t>
            </a:r>
          </a:p>
          <a:p>
            <a:pPr algn="ctr"/>
            <a:endParaRPr lang="en-US" b="1" dirty="0">
              <a:solidFill>
                <a:srgbClr val="002060"/>
              </a:solidFill>
              <a:latin typeface="-apple-system"/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  <a:latin typeface="-apple-system"/>
              </a:rPr>
              <a:t>CIS1100/1200 sets up for higher-level CIS sequence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-apple-system"/>
              </a:rPr>
              <a:t>If you plan to take upper level CIS classes, ENGR1050 may not be best option</a:t>
            </a:r>
          </a:p>
          <a:p>
            <a:pPr algn="ctr"/>
            <a:endParaRPr lang="en-US" b="1" dirty="0">
              <a:solidFill>
                <a:srgbClr val="002060"/>
              </a:solidFill>
              <a:latin typeface="-apple-system"/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  <a:latin typeface="-apple-system"/>
              </a:rPr>
              <a:t>Happy to discuss if you have questions. 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latin typeface="-apple-system"/>
              </a:rPr>
              <a:t>If you need a course substitution form filled, bring it to my office hours</a:t>
            </a:r>
          </a:p>
          <a:p>
            <a:pPr algn="ctr"/>
            <a:endParaRPr lang="en-US" b="1" dirty="0">
              <a:solidFill>
                <a:srgbClr val="002060"/>
              </a:solidFill>
              <a:latin typeface="-apple-system"/>
            </a:endParaRPr>
          </a:p>
          <a:p>
            <a:pPr algn="ctr"/>
            <a:endParaRPr lang="en-US" b="1" dirty="0">
              <a:solidFill>
                <a:srgbClr val="002060"/>
              </a:solidFill>
              <a:latin typeface="-apple-system"/>
            </a:endParaRPr>
          </a:p>
          <a:p>
            <a:pPr algn="ctr"/>
            <a:endParaRPr lang="en-US" b="1" dirty="0">
              <a:solidFill>
                <a:srgbClr val="002060"/>
              </a:solidFill>
              <a:latin typeface="-apple-system"/>
            </a:endParaRPr>
          </a:p>
          <a:p>
            <a:pPr algn="ctr"/>
            <a:endParaRPr lang="en-US" sz="1800" b="1" dirty="0">
              <a:solidFill>
                <a:srgbClr val="C00000"/>
              </a:solidFill>
              <a:latin typeface="-apple-syste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9BA10D-BFC3-DEA4-EEEC-309BA6E2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060" y="1261721"/>
            <a:ext cx="6692190" cy="469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78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5388A-AA7F-F5A7-77EF-D3AE4E0D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E3F32-4FA4-DB1A-1469-AB0C3149C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8B183B-1877-F501-3734-ACC27C69D34C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Grading policy</a:t>
            </a:r>
            <a:endParaRPr lang="en-US" dirty="0"/>
          </a:p>
        </p:txBody>
      </p:sp>
      <p:pic>
        <p:nvPicPr>
          <p:cNvPr id="5" name="Picture 4" descr="The image displays a visual representation of a grading rubric for a course, showing that homework assignments account for 30%, in-class exercises also account for 30%, and exams and final projects make up 40% of the final grade.&#10;&#10;AI-generated content may be incorrect.">
            <a:extLst>
              <a:ext uri="{FF2B5EF4-FFF2-40B4-BE49-F238E27FC236}">
                <a16:creationId xmlns:a16="http://schemas.microsoft.com/office/drawing/2014/main" id="{CCFF3F10-16A6-9C0F-018E-9561F5B4C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750"/>
            <a:ext cx="11882928" cy="51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0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7E60-6E09-F08B-5F2D-6B3FDE86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E5BA0-B9BB-83A6-0377-7B5EC5F2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510A9E8-D87E-A7DA-6FF5-F61E40AD3322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Communication with Prof. Trask outside of class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C3948B-BEE8-D785-99EF-ECFB42E07AD6}"/>
              </a:ext>
            </a:extLst>
          </p:cNvPr>
          <p:cNvSpPr txBox="1"/>
          <p:nvPr/>
        </p:nvSpPr>
        <p:spPr>
          <a:xfrm>
            <a:off x="200092" y="1472796"/>
            <a:ext cx="31561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1. Office hours! </a:t>
            </a:r>
            <a:br>
              <a:rPr lang="en-US" b="1" dirty="0">
                <a:solidFill>
                  <a:srgbClr val="C00000"/>
                </a:solidFill>
              </a:rPr>
            </a:b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2. Surveys</a:t>
            </a:r>
            <a:br>
              <a:rPr lang="en-US" b="1" dirty="0">
                <a:solidFill>
                  <a:srgbClr val="C00000"/>
                </a:solidFill>
              </a:rPr>
            </a:b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3. Ed messages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(Do not count on me responding to any email)</a:t>
            </a:r>
          </a:p>
          <a:p>
            <a:pPr algn="ctr"/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18B00-9DBA-654D-4FCD-6E5F5F730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24" y="3269631"/>
            <a:ext cx="5860717" cy="31140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207E27-5F38-98FC-8B97-3CC78C536290}"/>
              </a:ext>
            </a:extLst>
          </p:cNvPr>
          <p:cNvSpPr txBox="1"/>
          <p:nvPr/>
        </p:nvSpPr>
        <p:spPr>
          <a:xfrm>
            <a:off x="5824057" y="2793815"/>
            <a:ext cx="6111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Responses through surveys</a:t>
            </a:r>
            <a:endParaRPr lang="en-US" dirty="0"/>
          </a:p>
        </p:txBody>
      </p:sp>
      <p:pic>
        <p:nvPicPr>
          <p:cNvPr id="7" name="Picture 6" descr="What year are you at UPenn?&#10;&#10;AI-generated content may be incorrect.">
            <a:extLst>
              <a:ext uri="{FF2B5EF4-FFF2-40B4-BE49-F238E27FC236}">
                <a16:creationId xmlns:a16="http://schemas.microsoft.com/office/drawing/2014/main" id="{9CA6BDD3-7ACA-591B-C473-200DF4071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533" y="549885"/>
            <a:ext cx="4122901" cy="2243930"/>
          </a:xfrm>
          <a:prstGeom prst="rect">
            <a:avLst/>
          </a:prstGeom>
        </p:spPr>
      </p:pic>
      <p:pic>
        <p:nvPicPr>
          <p:cNvPr id="10" name="Picture 9" descr="The image depicts a QR code with a black and white pattern, featuring a small, black bird silhouette.&#10;&#10;AI-generated content may be incorrect.">
            <a:extLst>
              <a:ext uri="{FF2B5EF4-FFF2-40B4-BE49-F238E27FC236}">
                <a16:creationId xmlns:a16="http://schemas.microsoft.com/office/drawing/2014/main" id="{279BAC25-7BBC-C8DC-D945-72AFB1E8F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09" y="3494014"/>
            <a:ext cx="2768162" cy="276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01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75CB-589D-366D-CE2A-E6C31DD4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DA7F5-89C2-6EE2-7D11-4F52C740C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8F563E7-B80B-EC68-0708-9881A7898E31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AI policy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CC48B6-0A83-9ACD-23A7-A438B1B3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57" y="1100599"/>
            <a:ext cx="10250330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197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9C2CC-BAB5-3F59-912E-53644416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F3919-2DC3-95D2-C4E1-EB2483527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FBCF6E2-8F79-6E08-2EC8-5C36AEC35E6C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Advice: Be patient, build muscle memory, and wait for the structured AI boot camp</a:t>
            </a:r>
            <a:endParaRPr lang="en-US" dirty="0"/>
          </a:p>
        </p:txBody>
      </p:sp>
      <p:pic>
        <p:nvPicPr>
          <p:cNvPr id="3" name="Picture 2" descr="I got tired of managing 10+ terminal tabs for my Claude sessions, so I  built agent-view : r/ClaudeCode">
            <a:extLst>
              <a:ext uri="{FF2B5EF4-FFF2-40B4-BE49-F238E27FC236}">
                <a16:creationId xmlns:a16="http://schemas.microsoft.com/office/drawing/2014/main" id="{6249E7EF-0540-8F5F-DFF1-B142EF412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234" y="661544"/>
            <a:ext cx="6628766" cy="61964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ED778B-039B-8E90-B32D-47E2A8427744}"/>
              </a:ext>
            </a:extLst>
          </p:cNvPr>
          <p:cNvSpPr txBox="1"/>
          <p:nvPr/>
        </p:nvSpPr>
        <p:spPr>
          <a:xfrm>
            <a:off x="557531" y="786057"/>
            <a:ext cx="40319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11F5B"/>
                </a:solidFill>
              </a:rPr>
              <a:t>Section 1: Basics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Learn the basic Python syntax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Do many exercises/etudes/drills to internalize patterns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Beware this exam!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1235B-63A0-EAB5-C39B-59596FD518E1}"/>
              </a:ext>
            </a:extLst>
          </p:cNvPr>
          <p:cNvSpPr txBox="1"/>
          <p:nvPr/>
        </p:nvSpPr>
        <p:spPr>
          <a:xfrm>
            <a:off x="557530" y="2335224"/>
            <a:ext cx="40319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11F5B"/>
                </a:solidFill>
              </a:rPr>
              <a:t>Section 2: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Build simple simulators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Build simple robots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Get practice applying the basics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Hold off on AI </a:t>
            </a:r>
            <a:r>
              <a:rPr lang="en-US" dirty="0">
                <a:solidFill>
                  <a:srgbClr val="C00000"/>
                </a:solidFill>
              </a:rPr>
              <a:t>until you at least get through one round of programming!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40AB94-C3F9-98A5-F2BB-027390BA3D61}"/>
              </a:ext>
            </a:extLst>
          </p:cNvPr>
          <p:cNvSpPr txBox="1"/>
          <p:nvPr/>
        </p:nvSpPr>
        <p:spPr>
          <a:xfrm>
            <a:off x="557529" y="4110520"/>
            <a:ext cx="40319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11F5B"/>
                </a:solidFill>
              </a:rPr>
              <a:t>Section 3: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Open the AI floodgates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Implement the basic methods of AI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Learn how to responsibly use AI-assisted coding tools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Learn about pitfalls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C00000"/>
                </a:solidFill>
              </a:rPr>
              <a:t>Learn how to learn with AI</a:t>
            </a:r>
          </a:p>
        </p:txBody>
      </p:sp>
    </p:spTree>
    <p:extLst>
      <p:ext uri="{BB962C8B-B14F-4D97-AF65-F5344CB8AC3E}">
        <p14:creationId xmlns:p14="http://schemas.microsoft.com/office/powerpoint/2010/main" val="659567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BDD3-D480-857D-9931-D97AAA878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course schedule includes lectures, hands-on labs with Raspberry Pi Picos, and grading policies.&#10;&#10;AI-generated content may be incorrect.">
            <a:extLst>
              <a:ext uri="{FF2B5EF4-FFF2-40B4-BE49-F238E27FC236}">
                <a16:creationId xmlns:a16="http://schemas.microsoft.com/office/drawing/2014/main" id="{8BB151E8-3999-2E11-D40D-563055E98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13" y="2160293"/>
            <a:ext cx="11798906" cy="406420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B616B-E56C-0BE3-2B8F-46C57A1A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82DCD03-3EF9-4D9E-01EA-DFDD62E20908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Rest of class, we will be working through a </a:t>
            </a:r>
            <a:r>
              <a:rPr lang="en-US" b="1" dirty="0" err="1"/>
              <a:t>jupyter</a:t>
            </a:r>
            <a:r>
              <a:rPr lang="en-US" b="1" dirty="0"/>
              <a:t> notebook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7CB44B-E5C9-DF28-B8BB-04A358D68941}"/>
              </a:ext>
            </a:extLst>
          </p:cNvPr>
          <p:cNvSpPr/>
          <p:nvPr/>
        </p:nvSpPr>
        <p:spPr>
          <a:xfrm>
            <a:off x="3114390" y="5540929"/>
            <a:ext cx="1159801" cy="587100"/>
          </a:xfrm>
          <a:prstGeom prst="ellipse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he image depicts a black QR code with a simple, black bird silhouette within it.&#10;&#10;AI-generated content may be incorrect.">
            <a:extLst>
              <a:ext uri="{FF2B5EF4-FFF2-40B4-BE49-F238E27FC236}">
                <a16:creationId xmlns:a16="http://schemas.microsoft.com/office/drawing/2014/main" id="{4DE9A80F-8926-5FB5-92AC-C75801D7B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101" y="266612"/>
            <a:ext cx="2627590" cy="262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09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004F-19F1-66F0-9AC4-28B0D975D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8CD10-49B7-1F42-8109-00742B5ED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55A7B-7854-E145-92D9-B491DF4BAE2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064FA42-DCD6-72FE-7869-2DE4CC123E2D}"/>
              </a:ext>
            </a:extLst>
          </p:cNvPr>
          <p:cNvSpPr>
            <a:spLocks noGrp="1"/>
          </p:cNvSpPr>
          <p:nvPr/>
        </p:nvSpPr>
        <p:spPr bwMode="auto">
          <a:xfrm>
            <a:off x="78452" y="-130712"/>
            <a:ext cx="11430375" cy="99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5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r>
              <a:rPr lang="en-US" b="1" dirty="0"/>
              <a:t>Group work submission on canvas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000707-2B0C-4D37-7D92-C9AEA9914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5" y="860963"/>
            <a:ext cx="6459793" cy="32996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C74A97-AF23-507E-44A4-0597C93E7921}"/>
              </a:ext>
            </a:extLst>
          </p:cNvPr>
          <p:cNvSpPr txBox="1"/>
          <p:nvPr/>
        </p:nvSpPr>
        <p:spPr>
          <a:xfrm>
            <a:off x="8372604" y="858864"/>
            <a:ext cx="323463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Step 1: Join group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Open canvas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Click people tab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Choose group (</a:t>
            </a:r>
            <a:r>
              <a:rPr lang="en-US">
                <a:solidFill>
                  <a:srgbClr val="C00000"/>
                </a:solidFill>
              </a:rPr>
              <a:t>Lecture 1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Identify an empty group slot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Have everyone in your group join the same one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You are now a group!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Step 2: Submit to canvas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One group member needs to submit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Automatically distributed across whole group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</a:rPr>
              <a:t>Double check that it shows up as submitted for everyone in group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F5CEEB-5937-C316-EC0B-BBA7B99CD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48" y="4242956"/>
            <a:ext cx="5711693" cy="224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84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4503b0-f489-437f-b29a-84a8bd5207e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6267CE9310484B90F837E9F8133FD0" ma:contentTypeVersion="8" ma:contentTypeDescription="Create a new document." ma:contentTypeScope="" ma:versionID="6b483c3c1dd27b588bddd8ff0a34c4a3">
  <xsd:schema xmlns:xsd="http://www.w3.org/2001/XMLSchema" xmlns:xs="http://www.w3.org/2001/XMLSchema" xmlns:p="http://schemas.microsoft.com/office/2006/metadata/properties" xmlns:ns3="b94503b0-f489-437f-b29a-84a8bd5207e3" xmlns:ns4="74384e4e-644c-4ff1-9e13-a8f0e03f97ea" targetNamespace="http://schemas.microsoft.com/office/2006/metadata/properties" ma:root="true" ma:fieldsID="bac44800aa0b1b43bf8100cd0336fbfc" ns3:_="" ns4:_="">
    <xsd:import namespace="b94503b0-f489-437f-b29a-84a8bd5207e3"/>
    <xsd:import namespace="74384e4e-644c-4ff1-9e13-a8f0e03f97e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4503b0-f489-437f-b29a-84a8bd5207e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384e4e-644c-4ff1-9e13-a8f0e03f97e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8FD517-DA05-4920-B524-13204CB3F671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74384e4e-644c-4ff1-9e13-a8f0e03f97ea"/>
    <ds:schemaRef ds:uri="http://schemas.microsoft.com/office/2006/metadata/properties"/>
    <ds:schemaRef ds:uri="http://purl.org/dc/dcmitype/"/>
    <ds:schemaRef ds:uri="b94503b0-f489-437f-b29a-84a8bd5207e3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0DF7650-5F69-4934-8792-C62A7CAEBE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AE500C-D340-46F8-A2CD-E9BB4DA04C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4503b0-f489-437f-b29a-84a8bd5207e3"/>
    <ds:schemaRef ds:uri="74384e4e-644c-4ff1-9e13-a8f0e03f97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52645</TotalTime>
  <Words>1131</Words>
  <Application>Microsoft Office PowerPoint</Application>
  <PresentationFormat>Widescreen</PresentationFormat>
  <Paragraphs>204</Paragraphs>
  <Slides>29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-apple-system</vt:lpstr>
      <vt:lpstr>Arial</vt:lpstr>
      <vt:lpstr>Calibri</vt:lpstr>
      <vt:lpstr>Office Theme</vt:lpstr>
      <vt:lpstr>PowerPoint Presentation</vt:lpstr>
      <vt:lpstr> </vt:lpstr>
      <vt:lpstr> </vt:lpstr>
      <vt:lpstr>PowerPoint Presentation</vt:lpstr>
      <vt:lpstr>Department of Energy and the National Lab Complex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 Trask</dc:creator>
  <cp:lastModifiedBy>Nat Trask</cp:lastModifiedBy>
  <cp:revision>37</cp:revision>
  <dcterms:created xsi:type="dcterms:W3CDTF">2023-12-01T11:39:46Z</dcterms:created>
  <dcterms:modified xsi:type="dcterms:W3CDTF">2026-08-25T19:16:29Z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0x010100FB6267CE9310484B90F837E9F8133FD0</vt:lpwstr>
  </property>
</Properties>
</file>